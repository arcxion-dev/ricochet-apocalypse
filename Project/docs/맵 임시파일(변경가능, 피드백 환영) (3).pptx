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 ?><Relationships xmlns="http://schemas.openxmlformats.org/package/2006/relationships"><Relationship Id="rId1" Type="http://schemas.openxmlformats.org/officeDocument/2006/relationships/officeDocument" Target="ppt/presentation.xml"  /><Relationship Id="rId2" Type="http://schemas.openxmlformats.org/package/2006/relationships/metadata/thumbnail" Target="docProps/thumbnail.jpeg"  /><Relationship Id="rId3" Type="http://schemas.openxmlformats.org/package/2006/relationships/metadata/core-properties" Target="docProps/core.xml"  /><Relationship Id="rId4" Type="http://schemas.openxmlformats.org/officeDocument/2006/relationships/extended-properties" Target="docProps/app.xml"  /></Relationships>
</file>

<file path=ppt/presentation.xml><?xml version="1.0" encoding="utf-8"?>
<p:presentation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 saveSubsetFonts="1" autoCompressPictures="0">
  <p:sldMasterIdLst>
    <p:sldMasterId id="2147483690" r:id="rId1"/>
  </p:sldMasterIdLst>
  <p:notesMasterIdLst>
    <p:notesMasterId r:id="rId2"/>
  </p:notesMasterIdLst>
  <p:sldIdLst>
    <p:sldId id="256" r:id="rId3"/>
    <p:sldId id="257" r:id="rId4"/>
    <p:sldId id="258" r:id="rId5"/>
    <p:sldId id="259" r:id="rId6"/>
    <p:sldId id="260" r:id="rId7"/>
    <p:sldId id="261" r:id="rId8"/>
    <p:sldId id="262" r:id="rId9"/>
    <p:sldId id="263" r:id="rId10"/>
    <p:sldId id="264" r:id="rId11"/>
    <p:sldId id="265" r:id="rId12"/>
    <p:sldId id="266" r:id="rId13"/>
    <p:sldId id="267" r:id="rId14"/>
    <p:sldId id="268" r:id="rId15"/>
    <p:sldId id="269" r:id="rId16"/>
    <p:sldId id="270" r:id="rId17"/>
    <p:sldId id="271" r:id="rId18"/>
    <p:sldId id="272" r:id="rId19"/>
    <p:sldId id="273" r:id="rId20"/>
    <p:sldId id="274" r:id="rId21"/>
    <p:sldId id="275" r:id="rId22"/>
    <p:sldId id="276" r:id="rId23"/>
    <p:sldId id="277" r:id="rId24"/>
    <p:sldId id="278" r:id="rId25"/>
    <p:sldId id="279" r:id="rId26"/>
    <p:sldId id="280" r:id="rId27"/>
    <p:sldId id="281" r:id="rId28"/>
    <p:sldId id="282" r:id="rId29"/>
    <p:sldId id="283" r:id="rId30"/>
    <p:sldId id="284" r:id="rId31"/>
    <p:sldId id="285" r:id="rId32"/>
    <p:sldId id="286" r:id="rId33"/>
    <p:sldId id="287" r:id="rId34"/>
    <p:sldId id="288" r:id="rId35"/>
    <p:sldId id="289" r:id="rId36"/>
    <p:sldId id="290" r:id="rId37"/>
    <p:sldId id="291" r:id="rId38"/>
    <p:sldId id="292" r:id="rId39"/>
    <p:sldId id="293" r:id="rId40"/>
    <p:sldId id="294" r:id="rId41"/>
    <p:sldId id="295" r:id="rId42"/>
    <p:sldId id="296" r:id="rId43"/>
    <p:sldId id="297" r:id="rId44"/>
  </p:sldIdLst>
  <p:sldSz cx="12192000" cy="6858000"/>
  <p:notesSz cx="6858000" cy="12192000"/>
  <p:defaultTextStyle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/>
</file>

<file path=ppt/tableStyles.xml><?xml version="1.0" encoding="utf-8"?>
<a:tblStyleLst xmlns:r="http://schemas.openxmlformats.org/officeDocument/2006/relationships" xmlns:c="http://schemas.openxmlformats.org/drawingml/2006/chart" xmlns:dgm="http://schemas.openxmlformats.org/drawingml/2006/diagram" xmlns:dsp="http://schemas.microsoft.com/office/drawing/2008/diagram" xmlns:a="http://schemas.openxmlformats.org/drawingml/2006/main" xmlns:pic="http://schemas.openxmlformats.org/drawingml/2006/picture" xmlns:wp="http://schemas.openxmlformats.org/drawingml/2006/wordprocessingDrawing" xmlns:xdr="http://schemas.openxmlformats.org/drawingml/2006/spreadsheetDrawing" def="{5C22544A-7EE6-4342-B048-85BDC9FD1C3A}"/>
</file>

<file path=ppt/viewProps.xml><?xml version="1.0" encoding="utf-8"?>
<p:viewPr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normalViewPr vertBarState="maximized" horzBarState="maximized">
    <p:restoredLeft sz="15611"/>
    <p:restoredTop sz="94610"/>
  </p:normalViewPr>
  <p:slideViewPr>
    <p:cSldViewPr snapToGrid="0" snapToObjects="1">
      <p:cViewPr varScale="1">
        <p:scale>
          <a:sx n="136" d="100"/>
          <a:sy n="136" d="100"/>
        </p:scale>
        <p:origin x="216" y="312"/>
      </p:cViewPr>
    </p:cSldViewPr>
  </p:slideViewPr>
  <p:notesTextViewPr>
    <p:cViewPr>
      <p:scale>
        <a:sx n="100" d="100"/>
        <a:sy n="100" d="100"/>
      </p:scale>
      <p:origin x="0" y="0"/>
    </p:cViewPr>
  </p:notesTextViewPr>
  <p:gridSpacing cx="36868100" cy="36868100"/>
</p:viewPr>
</file>

<file path=ppt/_rels/presentation.xml.rels><?xml version="1.0" encoding="UTF-8" standalone="yes" ?><Relationships xmlns="http://schemas.openxmlformats.org/package/2006/relationships"><Relationship Id="rId1" Type="http://schemas.openxmlformats.org/officeDocument/2006/relationships/slideMaster" Target="slideMasters/slideMaster1.xml"  /><Relationship Id="rId10" Type="http://schemas.openxmlformats.org/officeDocument/2006/relationships/slide" Target="slides/slide8.xml"  /><Relationship Id="rId11" Type="http://schemas.openxmlformats.org/officeDocument/2006/relationships/slide" Target="slides/slide9.xml"  /><Relationship Id="rId12" Type="http://schemas.openxmlformats.org/officeDocument/2006/relationships/slide" Target="slides/slide10.xml"  /><Relationship Id="rId13" Type="http://schemas.openxmlformats.org/officeDocument/2006/relationships/slide" Target="slides/slide11.xml"  /><Relationship Id="rId14" Type="http://schemas.openxmlformats.org/officeDocument/2006/relationships/slide" Target="slides/slide12.xml"  /><Relationship Id="rId15" Type="http://schemas.openxmlformats.org/officeDocument/2006/relationships/slide" Target="slides/slide13.xml"  /><Relationship Id="rId16" Type="http://schemas.openxmlformats.org/officeDocument/2006/relationships/slide" Target="slides/slide14.xml"  /><Relationship Id="rId17" Type="http://schemas.openxmlformats.org/officeDocument/2006/relationships/slide" Target="slides/slide15.xml"  /><Relationship Id="rId18" Type="http://schemas.openxmlformats.org/officeDocument/2006/relationships/slide" Target="slides/slide16.xml"  /><Relationship Id="rId19" Type="http://schemas.openxmlformats.org/officeDocument/2006/relationships/slide" Target="slides/slide17.xml"  /><Relationship Id="rId2" Type="http://schemas.openxmlformats.org/officeDocument/2006/relationships/notesMaster" Target="notesMasters/notesMaster1.xml"  /><Relationship Id="rId20" Type="http://schemas.openxmlformats.org/officeDocument/2006/relationships/slide" Target="slides/slide18.xml"  /><Relationship Id="rId21" Type="http://schemas.openxmlformats.org/officeDocument/2006/relationships/slide" Target="slides/slide19.xml"  /><Relationship Id="rId22" Type="http://schemas.openxmlformats.org/officeDocument/2006/relationships/slide" Target="slides/slide20.xml"  /><Relationship Id="rId23" Type="http://schemas.openxmlformats.org/officeDocument/2006/relationships/slide" Target="slides/slide21.xml"  /><Relationship Id="rId24" Type="http://schemas.openxmlformats.org/officeDocument/2006/relationships/slide" Target="slides/slide22.xml"  /><Relationship Id="rId25" Type="http://schemas.openxmlformats.org/officeDocument/2006/relationships/slide" Target="slides/slide23.xml"  /><Relationship Id="rId26" Type="http://schemas.openxmlformats.org/officeDocument/2006/relationships/slide" Target="slides/slide24.xml"  /><Relationship Id="rId27" Type="http://schemas.openxmlformats.org/officeDocument/2006/relationships/slide" Target="slides/slide25.xml"  /><Relationship Id="rId28" Type="http://schemas.openxmlformats.org/officeDocument/2006/relationships/slide" Target="slides/slide26.xml"  /><Relationship Id="rId29" Type="http://schemas.openxmlformats.org/officeDocument/2006/relationships/slide" Target="slides/slide27.xml"  /><Relationship Id="rId3" Type="http://schemas.openxmlformats.org/officeDocument/2006/relationships/slide" Target="slides/slide1.xml"  /><Relationship Id="rId30" Type="http://schemas.openxmlformats.org/officeDocument/2006/relationships/slide" Target="slides/slide28.xml"  /><Relationship Id="rId31" Type="http://schemas.openxmlformats.org/officeDocument/2006/relationships/slide" Target="slides/slide29.xml"  /><Relationship Id="rId32" Type="http://schemas.openxmlformats.org/officeDocument/2006/relationships/slide" Target="slides/slide30.xml"  /><Relationship Id="rId33" Type="http://schemas.openxmlformats.org/officeDocument/2006/relationships/slide" Target="slides/slide31.xml"  /><Relationship Id="rId34" Type="http://schemas.openxmlformats.org/officeDocument/2006/relationships/slide" Target="slides/slide32.xml"  /><Relationship Id="rId35" Type="http://schemas.openxmlformats.org/officeDocument/2006/relationships/slide" Target="slides/slide33.xml"  /><Relationship Id="rId36" Type="http://schemas.openxmlformats.org/officeDocument/2006/relationships/slide" Target="slides/slide34.xml"  /><Relationship Id="rId37" Type="http://schemas.openxmlformats.org/officeDocument/2006/relationships/slide" Target="slides/slide35.xml"  /><Relationship Id="rId38" Type="http://schemas.openxmlformats.org/officeDocument/2006/relationships/slide" Target="slides/slide36.xml"  /><Relationship Id="rId39" Type="http://schemas.openxmlformats.org/officeDocument/2006/relationships/slide" Target="slides/slide37.xml"  /><Relationship Id="rId4" Type="http://schemas.openxmlformats.org/officeDocument/2006/relationships/slide" Target="slides/slide2.xml"  /><Relationship Id="rId40" Type="http://schemas.openxmlformats.org/officeDocument/2006/relationships/slide" Target="slides/slide38.xml"  /><Relationship Id="rId41" Type="http://schemas.openxmlformats.org/officeDocument/2006/relationships/slide" Target="slides/slide39.xml"  /><Relationship Id="rId42" Type="http://schemas.openxmlformats.org/officeDocument/2006/relationships/slide" Target="slides/slide40.xml"  /><Relationship Id="rId43" Type="http://schemas.openxmlformats.org/officeDocument/2006/relationships/slide" Target="slides/slide41.xml"  /><Relationship Id="rId44" Type="http://schemas.openxmlformats.org/officeDocument/2006/relationships/slide" Target="slides/slide42.xml"  /><Relationship Id="rId45" Type="http://schemas.openxmlformats.org/officeDocument/2006/relationships/presProps" Target="presProps.xml"  /><Relationship Id="rId46" Type="http://schemas.openxmlformats.org/officeDocument/2006/relationships/viewProps" Target="viewProps.xml"  /><Relationship Id="rId47" Type="http://schemas.openxmlformats.org/officeDocument/2006/relationships/theme" Target="theme/theme1.xml"  /><Relationship Id="rId48" Type="http://schemas.openxmlformats.org/officeDocument/2006/relationships/tableStyles" Target="tableStyles.xml"  /><Relationship Id="rId5" Type="http://schemas.openxmlformats.org/officeDocument/2006/relationships/slide" Target="slides/slide3.xml"  /><Relationship Id="rId6" Type="http://schemas.openxmlformats.org/officeDocument/2006/relationships/slide" Target="slides/slide4.xml"  /><Relationship Id="rId7" Type="http://schemas.openxmlformats.org/officeDocument/2006/relationships/slide" Target="slides/slide5.xml"  /><Relationship Id="rId8" Type="http://schemas.openxmlformats.org/officeDocument/2006/relationships/slide" Target="slides/slide6.xml"  /><Relationship Id="rId9" Type="http://schemas.openxmlformats.org/officeDocument/2006/relationships/slide" Target="slides/slide7.xml"  /></Relationships>
</file>

<file path=ppt/notesMasters/_rels/notesMaster1.xml.rels><?xml version="1.0" encoding="UTF-8" standalone="yes" ?><Relationships xmlns="http://schemas.openxmlformats.org/package/2006/relationships"><Relationship Id="rId1" Type="http://schemas.openxmlformats.org/officeDocument/2006/relationships/theme" Target="../theme/theme2.xml"  /></Relationships>
</file>

<file path=ppt/notesMasters/notesMaster1.xml><?xml version="1.0" encoding="utf-8"?>
<p:notesMaster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 idx="0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/>
          <a:lstStyle>
            <a:lvl1pPr algn="l">
              <a:defRPr sz="1200"/>
            </a:lvl1pPr>
          </a:lstStyle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/>
          <a:lstStyle>
            <a:lvl1pPr algn="r">
              <a:defRPr sz="1200"/>
            </a:lvl1pPr>
          </a:lstStyle>
          <a:p>
            <a:pPr lvl="0">
              <a:defRPr/>
            </a:pPr>
            <a:fld id="{5282F153-3F37-0F45-9E97-73ACFA13230C}" type="datetime1">
              <a:rPr lang="en-US"/>
              <a:pPr lvl="0">
                <a:defRPr/>
              </a:pPr>
              <a:t>7/30/2026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 noTextEdi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anchor="ctr"/>
          <a:lstStyle/>
          <a:p>
            <a:pPr lvl="0">
              <a:defRPr/>
            </a:pPr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/>
          <a:lstStyle/>
          <a:p>
            <a:pPr lvl="0">
              <a:defRPr/>
            </a:pPr>
            <a:r>
              <a:rPr lang="en-US"/>
              <a:t>Click to edit Master text styles</a:t>
            </a:r>
            <a:endParaRPr lang="en-US"/>
          </a:p>
          <a:p>
            <a:pPr lvl="1">
              <a:defRPr/>
            </a:pPr>
            <a:r>
              <a:rPr lang="en-US"/>
              <a:t>Second level</a:t>
            </a:r>
            <a:endParaRPr lang="en-US"/>
          </a:p>
          <a:p>
            <a:pPr lvl="2">
              <a:defRPr/>
            </a:pPr>
            <a:r>
              <a:rPr lang="en-US"/>
              <a:t>Third level</a:t>
            </a:r>
            <a:endParaRPr lang="en-US"/>
          </a:p>
          <a:p>
            <a:pPr lvl="3">
              <a:defRPr/>
            </a:pPr>
            <a:r>
              <a:rPr lang="en-US"/>
              <a:t>Fourth level</a:t>
            </a:r>
            <a:endParaRPr lang="en-US"/>
          </a:p>
          <a:p>
            <a:pPr lvl="4">
              <a:defRPr/>
            </a:pPr>
            <a:r>
              <a:rPr lang="en-US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anchor="b"/>
          <a:lstStyle>
            <a:lvl1pPr algn="l">
              <a:defRPr sz="1200"/>
            </a:lvl1pPr>
          </a:lstStyle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anchor="b"/>
          <a:lstStyle>
            <a:lvl1pPr algn="r">
              <a:defRPr sz="1200"/>
            </a:lvl1pPr>
          </a:lstStyle>
          <a:p>
            <a:pPr lvl="0">
              <a:defRPr/>
            </a:pPr>
            <a:fld id="{CE5E9CC1-C706-0F49-92D6-E571CC5EEA8F}" type="slidenum">
              <a:rPr lang="en-US"/>
              <a:pPr lvl="0">
                <a:defRPr/>
              </a:pPr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 ?><Relationships xmlns="http://schemas.openxmlformats.org/package/2006/relationships"><Relationship Id="rId1" Type="http://schemas.openxmlformats.org/officeDocument/2006/relationships/slide" Target="../slides/slide1.xml"  /><Relationship Id="rId2" Type="http://schemas.openxmlformats.org/officeDocument/2006/relationships/notesMaster" Target="../notesMasters/notesMaster1.xml"  /></Relationships>
</file>

<file path=ppt/notesSlides/_rels/notesSlide2.xml.rels><?xml version="1.0" encoding="UTF-8" standalone="yes" ?><Relationships xmlns="http://schemas.openxmlformats.org/package/2006/relationships"><Relationship Id="rId1" Type="http://schemas.openxmlformats.org/officeDocument/2006/relationships/slide" Target="../slides/slide2.xml"  /><Relationship Id="rId2" Type="http://schemas.openxmlformats.org/officeDocument/2006/relationships/notesMaster" Target="../notesMasters/notesMaster1.xml"  /></Relationships>
</file>

<file path=ppt/notesSlides/_rels/notesSlide3.xml.rels><?xml version="1.0" encoding="UTF-8" standalone="yes" ?><Relationships xmlns="http://schemas.openxmlformats.org/package/2006/relationships"><Relationship Id="rId1" Type="http://schemas.openxmlformats.org/officeDocument/2006/relationships/slide" Target="../slides/slide3.xml"  /><Relationship Id="rId2" Type="http://schemas.openxmlformats.org/officeDocument/2006/relationships/notesMaster" Target="../notesMasters/notesMaster1.xml"  /></Relationships>
</file>

<file path=ppt/notesSlides/_rels/notesSlide4.xml.rels><?xml version="1.0" encoding="UTF-8" standalone="yes" ?><Relationships xmlns="http://schemas.openxmlformats.org/package/2006/relationships"><Relationship Id="rId1" Type="http://schemas.openxmlformats.org/officeDocument/2006/relationships/slide" Target="../slides/slide4.xml"  /><Relationship Id="rId2" Type="http://schemas.openxmlformats.org/officeDocument/2006/relationships/notesMaster" Target="../notesMasters/notesMaster1.xml"  /></Relationships>
</file>

<file path=ppt/notesSlides/_rels/notesSlide5.xml.rels><?xml version="1.0" encoding="UTF-8" standalone="yes" ?><Relationships xmlns="http://schemas.openxmlformats.org/package/2006/relationships"><Relationship Id="rId1" Type="http://schemas.openxmlformats.org/officeDocument/2006/relationships/slide" Target="../slides/slide5.xml"  /><Relationship Id="rId2" Type="http://schemas.openxmlformats.org/officeDocument/2006/relationships/notesMaster" Target="../notesMasters/notesMaster1.xml"  /></Relationships>
</file>

<file path=ppt/notesSlides/_rels/notesSlide6.xml.rels><?xml version="1.0" encoding="UTF-8" standalone="yes" ?><Relationships xmlns="http://schemas.openxmlformats.org/package/2006/relationships"><Relationship Id="rId1" Type="http://schemas.openxmlformats.org/officeDocument/2006/relationships/slide" Target="../slides/slide6.xml"  /><Relationship Id="rId2" Type="http://schemas.openxmlformats.org/officeDocument/2006/relationships/notesMaster" Target="../notesMasters/notesMaster1.xml"  /></Relationships>
</file>

<file path=ppt/notesSlides/_rels/notesSlide7.xml.rels><?xml version="1.0" encoding="UTF-8" standalone="yes" ?><Relationships xmlns="http://schemas.openxmlformats.org/package/2006/relationships"><Relationship Id="rId1" Type="http://schemas.openxmlformats.org/officeDocument/2006/relationships/slide" Target="../slides/slide7.xml"  /><Relationship Id="rId2" Type="http://schemas.openxmlformats.org/officeDocument/2006/relationships/notesMaster" Target="../notesMasters/notesMaster1.xml"  /></Relationships>
</file>

<file path=ppt/notesSlides/_rels/notesSlide8.xml.rels><?xml version="1.0" encoding="UTF-8" standalone="yes" ?><Relationships xmlns="http://schemas.openxmlformats.org/package/2006/relationships"><Relationship Id="rId1" Type="http://schemas.openxmlformats.org/officeDocument/2006/relationships/slide" Target="../slides/slide8.xml"  /><Relationship Id="rId2" Type="http://schemas.openxmlformats.org/officeDocument/2006/relationships/notesMaster" Target="../notesMasters/notesMaster1.xml"  /></Relationships>
</file>

<file path=ppt/notesSlides/_rels/notesSlide9.xml.rels><?xml version="1.0" encoding="UTF-8" standalone="yes" ?><Relationships xmlns="http://schemas.openxmlformats.org/package/2006/relationships"><Relationship Id="rId1" Type="http://schemas.openxmlformats.org/officeDocument/2006/relationships/slide" Target="../slides/slide9.xml"  /><Relationship Id="rId2" Type="http://schemas.openxmlformats.org/officeDocument/2006/relationships/notesMaster" Target="../notesMasters/notesMaster1.xml"  /></Relationships>
</file>

<file path=ppt/notesSlides/_rels/notesSlide10.xml.rels><?xml version="1.0" encoding="UTF-8" standalone="yes" ?><Relationships xmlns="http://schemas.openxmlformats.org/package/2006/relationships"><Relationship Id="rId1" Type="http://schemas.openxmlformats.org/officeDocument/2006/relationships/slide" Target="../slides/slide10.xml"  /><Relationship Id="rId2" Type="http://schemas.openxmlformats.org/officeDocument/2006/relationships/notesMaster" Target="../notesMasters/notesMaster1.xml"  /></Relationships>
</file>

<file path=ppt/notesSlides/_rels/notesSlide11.xml.rels><?xml version="1.0" encoding="UTF-8" standalone="yes" ?><Relationships xmlns="http://schemas.openxmlformats.org/package/2006/relationships"><Relationship Id="rId1" Type="http://schemas.openxmlformats.org/officeDocument/2006/relationships/slide" Target="../slides/slide11.xml"  /><Relationship Id="rId2" Type="http://schemas.openxmlformats.org/officeDocument/2006/relationships/notesMaster" Target="../notesMasters/notesMaster1.xml"  /></Relationships>
</file>

<file path=ppt/notesSlides/_rels/notesSlide12.xml.rels><?xml version="1.0" encoding="UTF-8" standalone="yes" ?><Relationships xmlns="http://schemas.openxmlformats.org/package/2006/relationships"><Relationship Id="rId1" Type="http://schemas.openxmlformats.org/officeDocument/2006/relationships/slide" Target="../slides/slide12.xml"  /><Relationship Id="rId2" Type="http://schemas.openxmlformats.org/officeDocument/2006/relationships/notesMaster" Target="../notesMasters/notesMaster1.xml"  /></Relationships>
</file>

<file path=ppt/notesSlides/_rels/notesSlide13.xml.rels><?xml version="1.0" encoding="UTF-8" standalone="yes" ?><Relationships xmlns="http://schemas.openxmlformats.org/package/2006/relationships"><Relationship Id="rId1" Type="http://schemas.openxmlformats.org/officeDocument/2006/relationships/slide" Target="../slides/slide13.xml"  /><Relationship Id="rId2" Type="http://schemas.openxmlformats.org/officeDocument/2006/relationships/notesMaster" Target="../notesMasters/notesMaster1.xml"  /></Relationships>
</file>

<file path=ppt/notesSlides/_rels/notesSlide14.xml.rels><?xml version="1.0" encoding="UTF-8" standalone="yes" ?><Relationships xmlns="http://schemas.openxmlformats.org/package/2006/relationships"><Relationship Id="rId1" Type="http://schemas.openxmlformats.org/officeDocument/2006/relationships/slide" Target="../slides/slide14.xml"  /><Relationship Id="rId2" Type="http://schemas.openxmlformats.org/officeDocument/2006/relationships/notesMaster" Target="../notesMasters/notesMaster1.xml"  /></Relationships>
</file>

<file path=ppt/notesSlides/_rels/notesSlide15.xml.rels><?xml version="1.0" encoding="UTF-8" standalone="yes" ?><Relationships xmlns="http://schemas.openxmlformats.org/package/2006/relationships"><Relationship Id="rId1" Type="http://schemas.openxmlformats.org/officeDocument/2006/relationships/slide" Target="../slides/slide15.xml"  /><Relationship Id="rId2" Type="http://schemas.openxmlformats.org/officeDocument/2006/relationships/notesMaster" Target="../notesMasters/notesMaster1.xml"  /></Relationships>
</file>

<file path=ppt/notesSlides/_rels/notesSlide16.xml.rels><?xml version="1.0" encoding="UTF-8" standalone="yes" ?><Relationships xmlns="http://schemas.openxmlformats.org/package/2006/relationships"><Relationship Id="rId1" Type="http://schemas.openxmlformats.org/officeDocument/2006/relationships/slide" Target="../slides/slide16.xml"  /><Relationship Id="rId2" Type="http://schemas.openxmlformats.org/officeDocument/2006/relationships/notesMaster" Target="../notesMasters/notesMaster1.xml"  /></Relationships>
</file>

<file path=ppt/notesSlides/_rels/notesSlide17.xml.rels><?xml version="1.0" encoding="UTF-8" standalone="yes" ?><Relationships xmlns="http://schemas.openxmlformats.org/package/2006/relationships"><Relationship Id="rId1" Type="http://schemas.openxmlformats.org/officeDocument/2006/relationships/slide" Target="../slides/slide17.xml"  /><Relationship Id="rId2" Type="http://schemas.openxmlformats.org/officeDocument/2006/relationships/notesMaster" Target="../notesMasters/notesMaster1.xml"  /></Relationships>
</file>

<file path=ppt/notesSlides/_rels/notesSlide18.xml.rels><?xml version="1.0" encoding="UTF-8" standalone="yes" ?><Relationships xmlns="http://schemas.openxmlformats.org/package/2006/relationships"><Relationship Id="rId1" Type="http://schemas.openxmlformats.org/officeDocument/2006/relationships/slide" Target="../slides/slide18.xml"  /><Relationship Id="rId2" Type="http://schemas.openxmlformats.org/officeDocument/2006/relationships/notesMaster" Target="../notesMasters/notesMaster1.xml"  /></Relationships>
</file>

<file path=ppt/notesSlides/_rels/notesSlide19.xml.rels><?xml version="1.0" encoding="UTF-8" standalone="yes" ?><Relationships xmlns="http://schemas.openxmlformats.org/package/2006/relationships"><Relationship Id="rId1" Type="http://schemas.openxmlformats.org/officeDocument/2006/relationships/slide" Target="../slides/slide19.xml"  /><Relationship Id="rId2" Type="http://schemas.openxmlformats.org/officeDocument/2006/relationships/notesMaster" Target="../notesMasters/notesMaster1.xml"  /></Relationships>
</file>

<file path=ppt/notesSlides/_rels/notesSlide20.xml.rels><?xml version="1.0" encoding="UTF-8" standalone="yes" ?><Relationships xmlns="http://schemas.openxmlformats.org/package/2006/relationships"><Relationship Id="rId1" Type="http://schemas.openxmlformats.org/officeDocument/2006/relationships/slide" Target="../slides/slide20.xml"  /><Relationship Id="rId2" Type="http://schemas.openxmlformats.org/officeDocument/2006/relationships/notesMaster" Target="../notesMasters/notesMaster1.xml"  /></Relationships>
</file>

<file path=ppt/notesSlides/_rels/notesSlide21.xml.rels><?xml version="1.0" encoding="UTF-8" standalone="yes" ?><Relationships xmlns="http://schemas.openxmlformats.org/package/2006/relationships"><Relationship Id="rId1" Type="http://schemas.openxmlformats.org/officeDocument/2006/relationships/slide" Target="../slides/slide21.xml"  /><Relationship Id="rId2" Type="http://schemas.openxmlformats.org/officeDocument/2006/relationships/notesMaster" Target="../notesMasters/notesMaster1.xml"  /></Relationships>
</file>

<file path=ppt/notesSlides/_rels/notesSlide22.xml.rels><?xml version="1.0" encoding="UTF-8" standalone="yes" ?><Relationships xmlns="http://schemas.openxmlformats.org/package/2006/relationships"><Relationship Id="rId1" Type="http://schemas.openxmlformats.org/officeDocument/2006/relationships/slide" Target="../slides/slide22.xml"  /><Relationship Id="rId2" Type="http://schemas.openxmlformats.org/officeDocument/2006/relationships/notesMaster" Target="../notesMasters/notesMaster1.xml"  /></Relationships>
</file>

<file path=ppt/notesSlides/_rels/notesSlide23.xml.rels><?xml version="1.0" encoding="UTF-8" standalone="yes" ?><Relationships xmlns="http://schemas.openxmlformats.org/package/2006/relationships"><Relationship Id="rId1" Type="http://schemas.openxmlformats.org/officeDocument/2006/relationships/slide" Target="../slides/slide23.xml"  /><Relationship Id="rId2" Type="http://schemas.openxmlformats.org/officeDocument/2006/relationships/notesMaster" Target="../notesMasters/notesMaster1.xml"  /></Relationships>
</file>

<file path=ppt/notesSlides/_rels/notesSlide24.xml.rels><?xml version="1.0" encoding="UTF-8" standalone="yes" ?><Relationships xmlns="http://schemas.openxmlformats.org/package/2006/relationships"><Relationship Id="rId1" Type="http://schemas.openxmlformats.org/officeDocument/2006/relationships/slide" Target="../slides/slide24.xml"  /><Relationship Id="rId2" Type="http://schemas.openxmlformats.org/officeDocument/2006/relationships/notesMaster" Target="../notesMasters/notesMaster1.xml"  /></Relationships>
</file>

<file path=ppt/notesSlides/_rels/notesSlide25.xml.rels><?xml version="1.0" encoding="UTF-8" standalone="yes" ?><Relationships xmlns="http://schemas.openxmlformats.org/package/2006/relationships"><Relationship Id="rId1" Type="http://schemas.openxmlformats.org/officeDocument/2006/relationships/slide" Target="../slides/slide25.xml"  /><Relationship Id="rId2" Type="http://schemas.openxmlformats.org/officeDocument/2006/relationships/notesMaster" Target="../notesMasters/notesMaster1.xml"  /></Relationships>
</file>

<file path=ppt/notesSlides/_rels/notesSlide26.xml.rels><?xml version="1.0" encoding="UTF-8" standalone="yes" ?><Relationships xmlns="http://schemas.openxmlformats.org/package/2006/relationships"><Relationship Id="rId1" Type="http://schemas.openxmlformats.org/officeDocument/2006/relationships/slide" Target="../slides/slide26.xml"  /><Relationship Id="rId2" Type="http://schemas.openxmlformats.org/officeDocument/2006/relationships/notesMaster" Target="../notesMasters/notesMaster1.xml"  /></Relationships>
</file>

<file path=ppt/notesSlides/_rels/notesSlide27.xml.rels><?xml version="1.0" encoding="UTF-8" standalone="yes" ?><Relationships xmlns="http://schemas.openxmlformats.org/package/2006/relationships"><Relationship Id="rId1" Type="http://schemas.openxmlformats.org/officeDocument/2006/relationships/slide" Target="../slides/slide27.xml"  /><Relationship Id="rId2" Type="http://schemas.openxmlformats.org/officeDocument/2006/relationships/notesMaster" Target="../notesMasters/notesMaster1.xml"  /></Relationships>
</file>

<file path=ppt/notesSlides/_rels/notesSlide28.xml.rels><?xml version="1.0" encoding="UTF-8" standalone="yes" ?><Relationships xmlns="http://schemas.openxmlformats.org/package/2006/relationships"><Relationship Id="rId1" Type="http://schemas.openxmlformats.org/officeDocument/2006/relationships/slide" Target="../slides/slide28.xml"  /><Relationship Id="rId2" Type="http://schemas.openxmlformats.org/officeDocument/2006/relationships/notesMaster" Target="../notesMasters/notesMaster1.xml"  /></Relationships>
</file>

<file path=ppt/notesSlides/_rels/notesSlide29.xml.rels><?xml version="1.0" encoding="UTF-8" standalone="yes" ?><Relationships xmlns="http://schemas.openxmlformats.org/package/2006/relationships"><Relationship Id="rId1" Type="http://schemas.openxmlformats.org/officeDocument/2006/relationships/slide" Target="../slides/slide29.xml"  /><Relationship Id="rId2" Type="http://schemas.openxmlformats.org/officeDocument/2006/relationships/notesMaster" Target="../notesMasters/notesMaster1.xml"  /></Relationships>
</file>

<file path=ppt/notesSlides/_rels/notesSlide30.xml.rels><?xml version="1.0" encoding="UTF-8" standalone="yes" ?><Relationships xmlns="http://schemas.openxmlformats.org/package/2006/relationships"><Relationship Id="rId1" Type="http://schemas.openxmlformats.org/officeDocument/2006/relationships/slide" Target="../slides/slide30.xml"  /><Relationship Id="rId2" Type="http://schemas.openxmlformats.org/officeDocument/2006/relationships/notesMaster" Target="../notesMasters/notesMaster1.xml"  /></Relationships>
</file>

<file path=ppt/notesSlides/_rels/notesSlide31.xml.rels><?xml version="1.0" encoding="UTF-8" standalone="yes" ?><Relationships xmlns="http://schemas.openxmlformats.org/package/2006/relationships"><Relationship Id="rId1" Type="http://schemas.openxmlformats.org/officeDocument/2006/relationships/slide" Target="../slides/slide31.xml"  /><Relationship Id="rId2" Type="http://schemas.openxmlformats.org/officeDocument/2006/relationships/notesMaster" Target="../notesMasters/notesMaster1.xml"  /></Relationships>
</file>

<file path=ppt/notesSlides/_rels/notesSlide32.xml.rels><?xml version="1.0" encoding="UTF-8" standalone="yes" ?><Relationships xmlns="http://schemas.openxmlformats.org/package/2006/relationships"><Relationship Id="rId1" Type="http://schemas.openxmlformats.org/officeDocument/2006/relationships/slide" Target="../slides/slide32.xml"  /><Relationship Id="rId2" Type="http://schemas.openxmlformats.org/officeDocument/2006/relationships/notesMaster" Target="../notesMasters/notesMaster1.xml"  /></Relationships>
</file>

<file path=ppt/notesSlides/_rels/notesSlide33.xml.rels><?xml version="1.0" encoding="UTF-8" standalone="yes" ?><Relationships xmlns="http://schemas.openxmlformats.org/package/2006/relationships"><Relationship Id="rId1" Type="http://schemas.openxmlformats.org/officeDocument/2006/relationships/slide" Target="../slides/slide33.xml"  /><Relationship Id="rId2" Type="http://schemas.openxmlformats.org/officeDocument/2006/relationships/notesMaster" Target="../notesMasters/notesMaster1.xml"  /></Relationships>
</file>

<file path=ppt/notesSlides/_rels/notesSlide34.xml.rels><?xml version="1.0" encoding="UTF-8" standalone="yes" ?><Relationships xmlns="http://schemas.openxmlformats.org/package/2006/relationships"><Relationship Id="rId1" Type="http://schemas.openxmlformats.org/officeDocument/2006/relationships/slide" Target="../slides/slide34.xml"  /><Relationship Id="rId2" Type="http://schemas.openxmlformats.org/officeDocument/2006/relationships/notesMaster" Target="../notesMasters/notesMaster1.xml"  /></Relationships>
</file>

<file path=ppt/notesSlides/_rels/notesSlide35.xml.rels><?xml version="1.0" encoding="UTF-8" standalone="yes" ?><Relationships xmlns="http://schemas.openxmlformats.org/package/2006/relationships"><Relationship Id="rId1" Type="http://schemas.openxmlformats.org/officeDocument/2006/relationships/slide" Target="../slides/slide35.xml"  /><Relationship Id="rId2" Type="http://schemas.openxmlformats.org/officeDocument/2006/relationships/notesMaster" Target="../notesMasters/notesMaster1.xml"  /></Relationships>
</file>

<file path=ppt/notesSlides/_rels/notesSlide36.xml.rels><?xml version="1.0" encoding="UTF-8" standalone="yes" ?><Relationships xmlns="http://schemas.openxmlformats.org/package/2006/relationships"><Relationship Id="rId1" Type="http://schemas.openxmlformats.org/officeDocument/2006/relationships/slide" Target="../slides/slide36.xml"  /><Relationship Id="rId2" Type="http://schemas.openxmlformats.org/officeDocument/2006/relationships/notesMaster" Target="../notesMasters/notesMaster1.xml"  /></Relationships>
</file>

<file path=ppt/notesSlides/_rels/notesSlide37.xml.rels><?xml version="1.0" encoding="UTF-8" standalone="yes" ?><Relationships xmlns="http://schemas.openxmlformats.org/package/2006/relationships"><Relationship Id="rId1" Type="http://schemas.openxmlformats.org/officeDocument/2006/relationships/slide" Target="../slides/slide37.xml"  /><Relationship Id="rId2" Type="http://schemas.openxmlformats.org/officeDocument/2006/relationships/notesMaster" Target="../notesMasters/notesMaster1.xml"  /></Relationships>
</file>

<file path=ppt/notesSlides/_rels/notesSlide38.xml.rels><?xml version="1.0" encoding="UTF-8" standalone="yes" ?><Relationships xmlns="http://schemas.openxmlformats.org/package/2006/relationships"><Relationship Id="rId1" Type="http://schemas.openxmlformats.org/officeDocument/2006/relationships/slide" Target="../slides/slide38.xml"  /><Relationship Id="rId2" Type="http://schemas.openxmlformats.org/officeDocument/2006/relationships/notesMaster" Target="../notesMasters/notesMaster1.xml"  /></Relationships>
</file>

<file path=ppt/notesSlides/_rels/notesSlide39.xml.rels><?xml version="1.0" encoding="UTF-8" standalone="yes" ?><Relationships xmlns="http://schemas.openxmlformats.org/package/2006/relationships"><Relationship Id="rId1" Type="http://schemas.openxmlformats.org/officeDocument/2006/relationships/slide" Target="../slides/slide39.xml"  /><Relationship Id="rId2" Type="http://schemas.openxmlformats.org/officeDocument/2006/relationships/notesMaster" Target="../notesMasters/notesMaster1.xml"  /></Relationships>
</file>

<file path=ppt/notesSlides/_rels/notesSlide40.xml.rels><?xml version="1.0" encoding="UTF-8" standalone="yes" ?><Relationships xmlns="http://schemas.openxmlformats.org/package/2006/relationships"><Relationship Id="rId1" Type="http://schemas.openxmlformats.org/officeDocument/2006/relationships/slide" Target="../slides/slide40.xml"  /><Relationship Id="rId2" Type="http://schemas.openxmlformats.org/officeDocument/2006/relationships/notesMaster" Target="../notesMasters/notesMaster1.xml"  /></Relationships>
</file>

<file path=ppt/notesSlides/_rels/notesSlide41.xml.rels><?xml version="1.0" encoding="UTF-8" standalone="yes" ?><Relationships xmlns="http://schemas.openxmlformats.org/package/2006/relationships"><Relationship Id="rId1" Type="http://schemas.openxmlformats.org/officeDocument/2006/relationships/slide" Target="../slides/slide41.xml"  /><Relationship Id="rId2" Type="http://schemas.openxmlformats.org/officeDocument/2006/relationships/notesMaster" Target="../notesMasters/notesMaster1.xml"  /></Relationships>
</file>

<file path=ppt/notesSlides/_rels/notesSlide42.xml.rels><?xml version="1.0" encoding="UTF-8" standalone="yes" ?><Relationships xmlns="http://schemas.openxmlformats.org/package/2006/relationships"><Relationship Id="rId1" Type="http://schemas.openxmlformats.org/officeDocument/2006/relationships/slide" Target="../slides/slide42.xml"  /><Relationship Id="rId2" Type="http://schemas.openxmlformats.org/officeDocument/2006/relationships/notesMaster" Target="../notesMasters/notesMaster1.xml"  /></Relationships>
</file>

<file path=ppt/notesSlides/notesSlide1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1</a:t>
            </a:fld>
            <a:endParaRPr lang="en-US"/>
          </a:p>
        </p:txBody>
      </p:sp>
    </p:spTree>
  </p:cSld>
</p:notes>
</file>

<file path=ppt/notesSlides/notesSlide2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2</a:t>
            </a:fld>
            <a:endParaRPr lang="en-US"/>
          </a:p>
        </p:txBody>
      </p:sp>
    </p:spTree>
  </p:cSld>
</p:notes>
</file>

<file path=ppt/notesSlides/notesSlide3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3</a:t>
            </a:fld>
            <a:endParaRPr lang="en-US"/>
          </a:p>
        </p:txBody>
      </p:sp>
    </p:spTree>
  </p:cSld>
</p:notes>
</file>

<file path=ppt/notesSlides/notesSlide4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4</a:t>
            </a:fld>
            <a:endParaRPr lang="en-US"/>
          </a:p>
        </p:txBody>
      </p:sp>
    </p:spTree>
  </p:cSld>
</p:notes>
</file>

<file path=ppt/notesSlides/notesSlide5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5</a:t>
            </a:fld>
            <a:endParaRPr lang="en-US"/>
          </a:p>
        </p:txBody>
      </p:sp>
    </p:spTree>
  </p:cSld>
</p:notes>
</file>

<file path=ppt/notesSlides/notesSlide6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6</a:t>
            </a:fld>
            <a:endParaRPr lang="en-US"/>
          </a:p>
        </p:txBody>
      </p:sp>
    </p:spTree>
  </p:cSld>
</p:notes>
</file>

<file path=ppt/notesSlides/notesSlide7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7</a:t>
            </a:fld>
            <a:endParaRPr lang="en-US"/>
          </a:p>
        </p:txBody>
      </p:sp>
    </p:spTree>
  </p:cSld>
</p:notes>
</file>

<file path=ppt/notesSlides/notesSlide8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8</a:t>
            </a:fld>
            <a:endParaRPr lang="en-US"/>
          </a:p>
        </p:txBody>
      </p:sp>
    </p:spTree>
  </p:cSld>
</p:notes>
</file>

<file path=ppt/notesSlides/notesSlide9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9</a:t>
            </a:fld>
            <a:endParaRPr lang="en-US"/>
          </a:p>
        </p:txBody>
      </p:sp>
    </p:spTree>
  </p:cSld>
</p:notes>
</file>

<file path=ppt/notesSlides/notesSlide10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10</a:t>
            </a:fld>
            <a:endParaRPr lang="en-US"/>
          </a:p>
        </p:txBody>
      </p:sp>
    </p:spTree>
  </p:cSld>
</p:notes>
</file>

<file path=ppt/notesSlides/notesSlide11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11</a:t>
            </a:fld>
            <a:endParaRPr lang="en-US"/>
          </a:p>
        </p:txBody>
      </p:sp>
    </p:spTree>
  </p:cSld>
</p:notes>
</file>

<file path=ppt/notesSlides/notesSlide12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12</a:t>
            </a:fld>
            <a:endParaRPr lang="en-US"/>
          </a:p>
        </p:txBody>
      </p:sp>
    </p:spTree>
  </p:cSld>
</p:notes>
</file>

<file path=ppt/notesSlides/notesSlide13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13</a:t>
            </a:fld>
            <a:endParaRPr lang="en-US"/>
          </a:p>
        </p:txBody>
      </p:sp>
    </p:spTree>
  </p:cSld>
</p:notes>
</file>

<file path=ppt/notesSlides/notesSlide14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14</a:t>
            </a:fld>
            <a:endParaRPr lang="en-US"/>
          </a:p>
        </p:txBody>
      </p:sp>
    </p:spTree>
  </p:cSld>
</p:notes>
</file>

<file path=ppt/notesSlides/notesSlide15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15</a:t>
            </a:fld>
            <a:endParaRPr lang="en-US"/>
          </a:p>
        </p:txBody>
      </p:sp>
    </p:spTree>
  </p:cSld>
</p:notes>
</file>

<file path=ppt/notesSlides/notesSlide16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16</a:t>
            </a:fld>
            <a:endParaRPr lang="en-US"/>
          </a:p>
        </p:txBody>
      </p:sp>
    </p:spTree>
  </p:cSld>
</p:notes>
</file>

<file path=ppt/notesSlides/notesSlide17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17</a:t>
            </a:fld>
            <a:endParaRPr lang="en-US"/>
          </a:p>
        </p:txBody>
      </p:sp>
    </p:spTree>
  </p:cSld>
</p:notes>
</file>

<file path=ppt/notesSlides/notesSlide18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18</a:t>
            </a:fld>
            <a:endParaRPr lang="en-US"/>
          </a:p>
        </p:txBody>
      </p:sp>
    </p:spTree>
  </p:cSld>
</p:notes>
</file>

<file path=ppt/notesSlides/notesSlide19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19</a:t>
            </a:fld>
            <a:endParaRPr lang="en-US"/>
          </a:p>
        </p:txBody>
      </p:sp>
    </p:spTree>
  </p:cSld>
</p:notes>
</file>

<file path=ppt/notesSlides/notesSlide20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20</a:t>
            </a:fld>
            <a:endParaRPr lang="en-US"/>
          </a:p>
        </p:txBody>
      </p:sp>
    </p:spTree>
  </p:cSld>
</p:notes>
</file>

<file path=ppt/notesSlides/notesSlide21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21</a:t>
            </a:fld>
            <a:endParaRPr lang="en-US"/>
          </a:p>
        </p:txBody>
      </p:sp>
    </p:spTree>
  </p:cSld>
</p:notes>
</file>

<file path=ppt/notesSlides/notesSlide22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22</a:t>
            </a:fld>
            <a:endParaRPr lang="en-US"/>
          </a:p>
        </p:txBody>
      </p:sp>
    </p:spTree>
  </p:cSld>
</p:notes>
</file>

<file path=ppt/notesSlides/notesSlide23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23</a:t>
            </a:fld>
            <a:endParaRPr lang="en-US"/>
          </a:p>
        </p:txBody>
      </p:sp>
    </p:spTree>
  </p:cSld>
</p:notes>
</file>

<file path=ppt/notesSlides/notesSlide24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24</a:t>
            </a:fld>
            <a:endParaRPr lang="en-US"/>
          </a:p>
        </p:txBody>
      </p:sp>
    </p:spTree>
  </p:cSld>
</p:notes>
</file>

<file path=ppt/notesSlides/notesSlide25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25</a:t>
            </a:fld>
            <a:endParaRPr lang="en-US"/>
          </a:p>
        </p:txBody>
      </p:sp>
    </p:spTree>
  </p:cSld>
</p:notes>
</file>

<file path=ppt/notesSlides/notesSlide26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26</a:t>
            </a:fld>
            <a:endParaRPr lang="en-US"/>
          </a:p>
        </p:txBody>
      </p:sp>
    </p:spTree>
  </p:cSld>
</p:notes>
</file>

<file path=ppt/notesSlides/notesSlide27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27</a:t>
            </a:fld>
            <a:endParaRPr lang="en-US"/>
          </a:p>
        </p:txBody>
      </p:sp>
    </p:spTree>
  </p:cSld>
</p:notes>
</file>

<file path=ppt/notesSlides/notesSlide28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28</a:t>
            </a:fld>
            <a:endParaRPr lang="en-US"/>
          </a:p>
        </p:txBody>
      </p:sp>
    </p:spTree>
  </p:cSld>
</p:notes>
</file>

<file path=ppt/notesSlides/notesSlide29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29</a:t>
            </a:fld>
            <a:endParaRPr lang="en-US"/>
          </a:p>
        </p:txBody>
      </p:sp>
    </p:spTree>
  </p:cSld>
</p:notes>
</file>

<file path=ppt/notesSlides/notesSlide30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30</a:t>
            </a:fld>
            <a:endParaRPr lang="en-US"/>
          </a:p>
        </p:txBody>
      </p:sp>
    </p:spTree>
  </p:cSld>
</p:notes>
</file>

<file path=ppt/notesSlides/notesSlide31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31</a:t>
            </a:fld>
            <a:endParaRPr lang="en-US"/>
          </a:p>
        </p:txBody>
      </p:sp>
    </p:spTree>
  </p:cSld>
</p:notes>
</file>

<file path=ppt/notesSlides/notesSlide32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32</a:t>
            </a:fld>
            <a:endParaRPr lang="en-US"/>
          </a:p>
        </p:txBody>
      </p:sp>
    </p:spTree>
  </p:cSld>
</p:notes>
</file>

<file path=ppt/notesSlides/notesSlide33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33</a:t>
            </a:fld>
            <a:endParaRPr lang="en-US"/>
          </a:p>
        </p:txBody>
      </p:sp>
    </p:spTree>
  </p:cSld>
</p:notes>
</file>

<file path=ppt/notesSlides/notesSlide34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34</a:t>
            </a:fld>
            <a:endParaRPr lang="en-US"/>
          </a:p>
        </p:txBody>
      </p:sp>
    </p:spTree>
  </p:cSld>
</p:notes>
</file>

<file path=ppt/notesSlides/notesSlide35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35</a:t>
            </a:fld>
            <a:endParaRPr lang="en-US"/>
          </a:p>
        </p:txBody>
      </p:sp>
    </p:spTree>
  </p:cSld>
</p:notes>
</file>

<file path=ppt/notesSlides/notesSlide36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36</a:t>
            </a:fld>
            <a:endParaRPr lang="en-US"/>
          </a:p>
        </p:txBody>
      </p:sp>
    </p:spTree>
  </p:cSld>
</p:notes>
</file>

<file path=ppt/notesSlides/notesSlide37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37</a:t>
            </a:fld>
            <a:endParaRPr lang="en-US"/>
          </a:p>
        </p:txBody>
      </p:sp>
    </p:spTree>
  </p:cSld>
</p:notes>
</file>

<file path=ppt/notesSlides/notesSlide38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38</a:t>
            </a:fld>
            <a:endParaRPr lang="en-US"/>
          </a:p>
        </p:txBody>
      </p:sp>
    </p:spTree>
  </p:cSld>
</p:notes>
</file>

<file path=ppt/notesSlides/notesSlide39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39</a:t>
            </a:fld>
            <a:endParaRPr lang="en-US"/>
          </a:p>
        </p:txBody>
      </p:sp>
    </p:spTree>
  </p:cSld>
</p:notes>
</file>

<file path=ppt/notesSlides/notesSlide40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40</a:t>
            </a:fld>
            <a:endParaRPr lang="en-US"/>
          </a:p>
        </p:txBody>
      </p:sp>
    </p:spTree>
  </p:cSld>
</p:notes>
</file>

<file path=ppt/notesSlides/notesSlide41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41</a:t>
            </a:fld>
            <a:endParaRPr lang="en-US"/>
          </a:p>
        </p:txBody>
      </p:sp>
    </p:spTree>
  </p:cSld>
</p:notes>
</file>

<file path=ppt/notesSlides/notesSlide42.xml><?xml version="1.0" encoding="utf-8"?>
<p:notes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 noTextEdit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/>
              <a:t/>
            </a:r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7021451-1387-4CA6-816F-3879F97B5CBC}" type="slidenum">
              <a:rPr lang="en-US"/>
              <a:pPr lvl="0">
                <a:defRPr/>
              </a:pPr>
              <a:t>42</a:t>
            </a:fld>
            <a:endParaRPr lang="en-US"/>
          </a:p>
        </p:txBody>
      </p:sp>
    </p:spTree>
  </p:cSld>
</p:notes>
</file>

<file path=ppt/slideLayouts/_rels/slideLayout1.xml.rels><?xml version="1.0" encoding="UTF-8" standalone="yes" ?><Relationships xmlns="http://schemas.openxmlformats.org/package/2006/relationships"><Relationship Id="rId1" Type="http://schemas.openxmlformats.org/officeDocument/2006/relationships/slideMaster" Target="../slideMasters/slideMaster1.xml"  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EFAULT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 ?><Relationships xmlns="http://schemas.openxmlformats.org/package/2006/relationships"><Relationship Id="rId1" Type="http://schemas.openxmlformats.org/officeDocument/2006/relationships/slideLayout" Target="../slideLayouts/slideLayout1.xml"  /><Relationship Id="rId2" Type="http://schemas.openxmlformats.org/officeDocument/2006/relationships/theme" Target="../theme/theme1.xml"  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p:hf sldNum="0"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 ?><Relationships xmlns="http://schemas.openxmlformats.org/package/2006/relationships"><Relationship Id="rId1" Type="http://schemas.openxmlformats.org/officeDocument/2006/relationships/slideLayout" Target="../slideLayouts/slideLayout1.xml"  /><Relationship Id="rId2" Type="http://schemas.openxmlformats.org/officeDocument/2006/relationships/notesSlide" Target="../notesSlides/notesSlide1.xml"  /></Relationships>
</file>

<file path=ppt/slides/_rels/slide2.xml.rels><?xml version="1.0" encoding="UTF-8" standalone="yes" ?><Relationships xmlns="http://schemas.openxmlformats.org/package/2006/relationships"><Relationship Id="rId1" Type="http://schemas.openxmlformats.org/officeDocument/2006/relationships/slideLayout" Target="../slideLayouts/slideLayout1.xml"  /><Relationship Id="rId2" Type="http://schemas.openxmlformats.org/officeDocument/2006/relationships/notesSlide" Target="../notesSlides/notesSlide2.xml"  /></Relationships>
</file>

<file path=ppt/slides/_rels/slide3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3.xml"  /><Relationship Id="rId2" Type="http://schemas.openxmlformats.org/officeDocument/2006/relationships/slideLayout" Target="../slideLayouts/slideLayout1.xml"  /></Relationships>
</file>

<file path=ppt/slides/_rels/slide4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4.xml"  /><Relationship Id="rId2" Type="http://schemas.openxmlformats.org/officeDocument/2006/relationships/slideLayout" Target="../slideLayouts/slideLayout1.xml"  /></Relationships>
</file>

<file path=ppt/slides/_rels/slide5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5.xml"  /><Relationship Id="rId2" Type="http://schemas.openxmlformats.org/officeDocument/2006/relationships/slideLayout" Target="../slideLayouts/slideLayout1.xml"  /></Relationships>
</file>

<file path=ppt/slides/_rels/slide6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6.xml"  /><Relationship Id="rId2" Type="http://schemas.openxmlformats.org/officeDocument/2006/relationships/slideLayout" Target="../slideLayouts/slideLayout1.xml"  /></Relationships>
</file>

<file path=ppt/slides/_rels/slide7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7.xml"  /><Relationship Id="rId2" Type="http://schemas.openxmlformats.org/officeDocument/2006/relationships/slideLayout" Target="../slideLayouts/slideLayout1.xml"  /></Relationships>
</file>

<file path=ppt/slides/_rels/slide8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8.xml"  /><Relationship Id="rId2" Type="http://schemas.openxmlformats.org/officeDocument/2006/relationships/slideLayout" Target="../slideLayouts/slideLayout1.xml"  /></Relationships>
</file>

<file path=ppt/slides/_rels/slide9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9.xml"  /><Relationship Id="rId2" Type="http://schemas.openxmlformats.org/officeDocument/2006/relationships/slideLayout" Target="../slideLayouts/slideLayout1.xml"  /></Relationships>
</file>

<file path=ppt/slides/_rels/slide10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10.xml"  /><Relationship Id="rId2" Type="http://schemas.openxmlformats.org/officeDocument/2006/relationships/slideLayout" Target="../slideLayouts/slideLayout1.xml"  /></Relationships>
</file>

<file path=ppt/slides/_rels/slide11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11.xml"  /><Relationship Id="rId2" Type="http://schemas.openxmlformats.org/officeDocument/2006/relationships/slideLayout" Target="../slideLayouts/slideLayout1.xml"  /></Relationships>
</file>

<file path=ppt/slides/_rels/slide12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12.xml"  /><Relationship Id="rId2" Type="http://schemas.openxmlformats.org/officeDocument/2006/relationships/slideLayout" Target="../slideLayouts/slideLayout1.xml"  /></Relationships>
</file>

<file path=ppt/slides/_rels/slide13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13.xml"  /><Relationship Id="rId2" Type="http://schemas.openxmlformats.org/officeDocument/2006/relationships/slideLayout" Target="../slideLayouts/slideLayout1.xml"  /></Relationships>
</file>

<file path=ppt/slides/_rels/slide14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14.xml"  /><Relationship Id="rId2" Type="http://schemas.openxmlformats.org/officeDocument/2006/relationships/slideLayout" Target="../slideLayouts/slideLayout1.xml"  /></Relationships>
</file>

<file path=ppt/slides/_rels/slide15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15.xml"  /><Relationship Id="rId2" Type="http://schemas.openxmlformats.org/officeDocument/2006/relationships/slideLayout" Target="../slideLayouts/slideLayout1.xml"  /></Relationships>
</file>

<file path=ppt/slides/_rels/slide16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16.xml"  /><Relationship Id="rId2" Type="http://schemas.openxmlformats.org/officeDocument/2006/relationships/slideLayout" Target="../slideLayouts/slideLayout1.xml"  /></Relationships>
</file>

<file path=ppt/slides/_rels/slide17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17.xml"  /><Relationship Id="rId2" Type="http://schemas.openxmlformats.org/officeDocument/2006/relationships/slideLayout" Target="../slideLayouts/slideLayout1.xml"  /></Relationships>
</file>

<file path=ppt/slides/_rels/slide18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18.xml"  /><Relationship Id="rId2" Type="http://schemas.openxmlformats.org/officeDocument/2006/relationships/slideLayout" Target="../slideLayouts/slideLayout1.xml"  /></Relationships>
</file>

<file path=ppt/slides/_rels/slide19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19.xml"  /><Relationship Id="rId2" Type="http://schemas.openxmlformats.org/officeDocument/2006/relationships/slideLayout" Target="../slideLayouts/slideLayout1.xml"  /></Relationships>
</file>

<file path=ppt/slides/_rels/slide20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20.xml"  /><Relationship Id="rId2" Type="http://schemas.openxmlformats.org/officeDocument/2006/relationships/slideLayout" Target="../slideLayouts/slideLayout1.xml"  /></Relationships>
</file>

<file path=ppt/slides/_rels/slide21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21.xml"  /><Relationship Id="rId2" Type="http://schemas.openxmlformats.org/officeDocument/2006/relationships/slideLayout" Target="../slideLayouts/slideLayout1.xml"  /></Relationships>
</file>

<file path=ppt/slides/_rels/slide22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22.xml"  /><Relationship Id="rId2" Type="http://schemas.openxmlformats.org/officeDocument/2006/relationships/slideLayout" Target="../slideLayouts/slideLayout1.xml"  /></Relationships>
</file>

<file path=ppt/slides/_rels/slide23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23.xml"  /><Relationship Id="rId2" Type="http://schemas.openxmlformats.org/officeDocument/2006/relationships/slideLayout" Target="../slideLayouts/slideLayout1.xml"  /></Relationships>
</file>

<file path=ppt/slides/_rels/slide24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24.xml"  /><Relationship Id="rId2" Type="http://schemas.openxmlformats.org/officeDocument/2006/relationships/slideLayout" Target="../slideLayouts/slideLayout1.xml"  /></Relationships>
</file>

<file path=ppt/slides/_rels/slide25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25.xml"  /><Relationship Id="rId2" Type="http://schemas.openxmlformats.org/officeDocument/2006/relationships/slideLayout" Target="../slideLayouts/slideLayout1.xml"  /></Relationships>
</file>

<file path=ppt/slides/_rels/slide26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26.xml"  /><Relationship Id="rId2" Type="http://schemas.openxmlformats.org/officeDocument/2006/relationships/slideLayout" Target="../slideLayouts/slideLayout1.xml"  /></Relationships>
</file>

<file path=ppt/slides/_rels/slide27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27.xml"  /><Relationship Id="rId2" Type="http://schemas.openxmlformats.org/officeDocument/2006/relationships/slideLayout" Target="../slideLayouts/slideLayout1.xml"  /></Relationships>
</file>

<file path=ppt/slides/_rels/slide28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28.xml"  /><Relationship Id="rId2" Type="http://schemas.openxmlformats.org/officeDocument/2006/relationships/slideLayout" Target="../slideLayouts/slideLayout1.xml"  /></Relationships>
</file>

<file path=ppt/slides/_rels/slide29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29.xml"  /><Relationship Id="rId2" Type="http://schemas.openxmlformats.org/officeDocument/2006/relationships/slideLayout" Target="../slideLayouts/slideLayout1.xml"  /></Relationships>
</file>

<file path=ppt/slides/_rels/slide30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30.xml"  /><Relationship Id="rId2" Type="http://schemas.openxmlformats.org/officeDocument/2006/relationships/slideLayout" Target="../slideLayouts/slideLayout1.xml"  /></Relationships>
</file>

<file path=ppt/slides/_rels/slide31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31.xml"  /><Relationship Id="rId2" Type="http://schemas.openxmlformats.org/officeDocument/2006/relationships/slideLayout" Target="../slideLayouts/slideLayout1.xml"  /></Relationships>
</file>

<file path=ppt/slides/_rels/slide32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32.xml"  /><Relationship Id="rId2" Type="http://schemas.openxmlformats.org/officeDocument/2006/relationships/slideLayout" Target="../slideLayouts/slideLayout1.xml"  /></Relationships>
</file>

<file path=ppt/slides/_rels/slide33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33.xml"  /><Relationship Id="rId2" Type="http://schemas.openxmlformats.org/officeDocument/2006/relationships/slideLayout" Target="../slideLayouts/slideLayout1.xml"  /></Relationships>
</file>

<file path=ppt/slides/_rels/slide34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34.xml"  /><Relationship Id="rId2" Type="http://schemas.openxmlformats.org/officeDocument/2006/relationships/slideLayout" Target="../slideLayouts/slideLayout1.xml"  /></Relationships>
</file>

<file path=ppt/slides/_rels/slide35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35.xml"  /><Relationship Id="rId2" Type="http://schemas.openxmlformats.org/officeDocument/2006/relationships/slideLayout" Target="../slideLayouts/slideLayout1.xml"  /></Relationships>
</file>

<file path=ppt/slides/_rels/slide36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36.xml"  /><Relationship Id="rId2" Type="http://schemas.openxmlformats.org/officeDocument/2006/relationships/slideLayout" Target="../slideLayouts/slideLayout1.xml"  /></Relationships>
</file>

<file path=ppt/slides/_rels/slide37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37.xml"  /><Relationship Id="rId2" Type="http://schemas.openxmlformats.org/officeDocument/2006/relationships/slideLayout" Target="../slideLayouts/slideLayout1.xml"  /></Relationships>
</file>

<file path=ppt/slides/_rels/slide38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38.xml"  /><Relationship Id="rId2" Type="http://schemas.openxmlformats.org/officeDocument/2006/relationships/slideLayout" Target="../slideLayouts/slideLayout1.xml"  /></Relationships>
</file>

<file path=ppt/slides/_rels/slide39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39.xml"  /><Relationship Id="rId2" Type="http://schemas.openxmlformats.org/officeDocument/2006/relationships/slideLayout" Target="../slideLayouts/slideLayout1.xml"  /></Relationships>
</file>

<file path=ppt/slides/_rels/slide40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40.xml"  /><Relationship Id="rId2" Type="http://schemas.openxmlformats.org/officeDocument/2006/relationships/slideLayout" Target="../slideLayouts/slideLayout1.xml"  /></Relationships>
</file>

<file path=ppt/slides/_rels/slide41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41.xml"  /><Relationship Id="rId2" Type="http://schemas.openxmlformats.org/officeDocument/2006/relationships/slideLayout" Target="../slideLayouts/slideLayout1.xml"  /></Relationships>
</file>

<file path=ppt/slides/_rels/slide42.xml.rels><?xml version="1.0" encoding="UTF-8" standalone="yes" ?><Relationships xmlns="http://schemas.openxmlformats.org/package/2006/relationships"><Relationship Id="rId1" Type="http://schemas.openxmlformats.org/officeDocument/2006/relationships/notesSlide" Target="../notesSlides/notesSlide42.xml"  /><Relationship Id="rId2" Type="http://schemas.openxmlformats.org/officeDocument/2006/relationships/slideLayout" Target="../slideLayouts/slideLayout1.xml"  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">
    <p:bg>
      <p:bgPr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731520" y="2103120"/>
            <a:ext cx="10698480" cy="91440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4000" b="1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Ricochet-Apocalypse</a:t>
            </a:r>
            <a:endParaRPr lang="en-US" sz="4000" dirty="0"/>
          </a:p>
        </p:txBody>
      </p:sp>
      <p:sp>
        <p:nvSpPr>
          <p:cNvPr id="3" name="Text 1"/>
          <p:cNvSpPr/>
          <p:nvPr/>
        </p:nvSpPr>
        <p:spPr>
          <a:xfrm>
            <a:off x="731520" y="2926080"/>
            <a:ext cx="10698480" cy="54864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2000" dirty="0">
                <a:solidFill>
                  <a:srgbClr val="3DDC97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맵 세트 — 총 40개 (편집 가능한 표 버전)</a:t>
            </a:r>
            <a:endParaRPr lang="en-US" sz="2000" dirty="0"/>
          </a:p>
        </p:txBody>
      </p:sp>
      <p:sp>
        <p:nvSpPr>
          <p:cNvPr id="4" name="Text 2"/>
          <p:cNvSpPr/>
          <p:nvPr/>
        </p:nvSpPr>
        <p:spPr>
          <a:xfrm>
            <a:off x="731520" y="3566160"/>
            <a:ext cx="10698480" cy="45720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400" dirty="0">
                <a:solidFill>
                  <a:srgbClr val="8A96A8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쉬움(9×15) 3개 · 어려움(12×20) 15개 · 매우 어려움(17×24) 22개</a:t>
            </a:r>
            <a:endParaRPr lang="en-US" sz="1400" dirty="0"/>
          </a:p>
        </p:txBody>
      </p:sp>
      <p:sp>
        <p:nvSpPr>
          <p:cNvPr id="5" name="Text 3"/>
          <p:cNvSpPr/>
          <p:nvPr/>
        </p:nvSpPr>
        <p:spPr>
          <a:xfrm>
            <a:off x="731520" y="4114800"/>
            <a:ext cx="9875520" cy="8229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200" dirty="0">
                <a:solidFill>
                  <a:srgbClr val="8A96A8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각 맵의 격자는 이미지가 아닌 실제 파워포인트 표(Table)입니다. 셀을 클릭해 글자를 바꾸거나 셀 채우기 색을 바꿔서 자유롭게 배치를 수정할 수 있습니다.</a:t>
            </a:r>
            <a:endParaRPr lang="en-US" sz="1200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">
    <p:bg>
      <p:bgPr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548640" y="320040"/>
            <a:ext cx="9144000" cy="54864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2600" b="1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에셋 범례</a:t>
            </a:r>
            <a:endParaRPr lang="en-US" sz="2600" dirty="0"/>
          </a:p>
        </p:txBody>
      </p:sp>
      <p:sp>
        <p:nvSpPr>
          <p:cNvPr id="3" name="Text 1"/>
          <p:cNvSpPr/>
          <p:nvPr/>
        </p:nvSpPr>
        <p:spPr>
          <a:xfrm>
            <a:off x="548640" y="1051560"/>
            <a:ext cx="502920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500" b="1" dirty="0">
                <a:solidFill>
                  <a:srgbClr val="3DDC97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적 (원형)</a:t>
            </a:r>
            <a:endParaRPr lang="en-US" sz="1500" dirty="0"/>
          </a:p>
        </p:txBody>
      </p:sp>
      <p:sp>
        <p:nvSpPr>
          <p:cNvPr id="4" name="Shape 2"/>
          <p:cNvSpPr/>
          <p:nvPr/>
        </p:nvSpPr>
        <p:spPr>
          <a:xfrm>
            <a:off x="640080" y="1508760"/>
            <a:ext cx="365760" cy="365760"/>
          </a:xfrm>
          <a:prstGeom prst="ellipse">
            <a:avLst/>
          </a:prstGeom>
          <a:solidFill>
            <a:srgbClr val="FF3B30"/>
          </a:solidFill>
          <a:ln w="6350">
            <a:solidFill>
              <a:srgbClr val="000000"/>
            </a:solidFill>
            <a:prstDash val="solid"/>
          </a:ln>
        </p:spPr>
      </p:sp>
      <p:sp>
        <p:nvSpPr>
          <p:cNvPr id="5" name="Text 3"/>
          <p:cNvSpPr/>
          <p:nvPr/>
        </p:nvSpPr>
        <p:spPr>
          <a:xfrm>
            <a:off x="640080" y="1508760"/>
            <a:ext cx="365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algn="ctr" indent="0" marL="0">
              <a:buNone/>
            </a:pPr>
            <a:r>
              <a:rPr lang="en-US" sz="1200" b="1" dirty="0">
                <a:solidFill>
                  <a:srgbClr val="FFFFF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일</a:t>
            </a:r>
            <a:endParaRPr lang="en-US" sz="1200" dirty="0"/>
          </a:p>
        </p:txBody>
      </p:sp>
      <p:sp>
        <p:nvSpPr>
          <p:cNvPr id="6" name="Text 4"/>
          <p:cNvSpPr/>
          <p:nvPr/>
        </p:nvSpPr>
        <p:spPr>
          <a:xfrm>
            <a:off x="1143000" y="1527048"/>
            <a:ext cx="420624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300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일반</a:t>
            </a:r>
            <a:endParaRPr lang="en-US" sz="1300" dirty="0"/>
          </a:p>
        </p:txBody>
      </p:sp>
      <p:sp>
        <p:nvSpPr>
          <p:cNvPr id="7" name="Shape 5"/>
          <p:cNvSpPr/>
          <p:nvPr/>
        </p:nvSpPr>
        <p:spPr>
          <a:xfrm>
            <a:off x="640080" y="2011680"/>
            <a:ext cx="365760" cy="365760"/>
          </a:xfrm>
          <a:prstGeom prst="ellipse">
            <a:avLst/>
          </a:prstGeom>
          <a:solidFill>
            <a:srgbClr val="FF9500"/>
          </a:solidFill>
          <a:ln w="6350">
            <a:solidFill>
              <a:srgbClr val="000000"/>
            </a:solidFill>
            <a:prstDash val="solid"/>
          </a:ln>
        </p:spPr>
      </p:sp>
      <p:sp>
        <p:nvSpPr>
          <p:cNvPr id="8" name="Text 6"/>
          <p:cNvSpPr/>
          <p:nvPr/>
        </p:nvSpPr>
        <p:spPr>
          <a:xfrm>
            <a:off x="640080" y="2011680"/>
            <a:ext cx="365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algn="ctr" indent="0" marL="0">
              <a:buNone/>
            </a:pPr>
            <a:r>
              <a:rPr lang="en-US" sz="1200" b="1" dirty="0">
                <a:solidFill>
                  <a:srgbClr val="FFFFF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화</a:t>
            </a:r>
            <a:endParaRPr lang="en-US" sz="1200" dirty="0"/>
          </a:p>
        </p:txBody>
      </p:sp>
      <p:sp>
        <p:nvSpPr>
          <p:cNvPr id="9" name="Text 7"/>
          <p:cNvSpPr/>
          <p:nvPr/>
        </p:nvSpPr>
        <p:spPr>
          <a:xfrm>
            <a:off x="1143000" y="2029968"/>
            <a:ext cx="420624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300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화염</a:t>
            </a:r>
            <a:endParaRPr lang="en-US" sz="1300" dirty="0"/>
          </a:p>
        </p:txBody>
      </p:sp>
      <p:sp>
        <p:nvSpPr>
          <p:cNvPr id="10" name="Shape 8"/>
          <p:cNvSpPr/>
          <p:nvPr/>
        </p:nvSpPr>
        <p:spPr>
          <a:xfrm>
            <a:off x="640080" y="2514600"/>
            <a:ext cx="365760" cy="365760"/>
          </a:xfrm>
          <a:prstGeom prst="ellipse">
            <a:avLst/>
          </a:prstGeom>
          <a:solidFill>
            <a:srgbClr val="FFD60A"/>
          </a:solidFill>
          <a:ln w="6350">
            <a:solidFill>
              <a:srgbClr val="000000"/>
            </a:solidFill>
            <a:prstDash val="solid"/>
          </a:ln>
        </p:spPr>
      </p:sp>
      <p:sp>
        <p:nvSpPr>
          <p:cNvPr id="11" name="Text 9"/>
          <p:cNvSpPr/>
          <p:nvPr/>
        </p:nvSpPr>
        <p:spPr>
          <a:xfrm>
            <a:off x="640080" y="2514600"/>
            <a:ext cx="365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algn="ctr" indent="0" marL="0">
              <a:buNone/>
            </a:pPr>
            <a:r>
              <a:rPr lang="en-US" sz="1200" b="1" dirty="0">
                <a:solidFill>
                  <a:srgbClr val="111111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전</a:t>
            </a:r>
            <a:endParaRPr lang="en-US" sz="1200" dirty="0"/>
          </a:p>
        </p:txBody>
      </p:sp>
      <p:sp>
        <p:nvSpPr>
          <p:cNvPr id="12" name="Text 10"/>
          <p:cNvSpPr/>
          <p:nvPr/>
        </p:nvSpPr>
        <p:spPr>
          <a:xfrm>
            <a:off x="1143000" y="2532888"/>
            <a:ext cx="420624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300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전기</a:t>
            </a:r>
            <a:endParaRPr lang="en-US" sz="1300" dirty="0"/>
          </a:p>
        </p:txBody>
      </p:sp>
      <p:sp>
        <p:nvSpPr>
          <p:cNvPr id="13" name="Shape 11"/>
          <p:cNvSpPr/>
          <p:nvPr/>
        </p:nvSpPr>
        <p:spPr>
          <a:xfrm>
            <a:off x="640080" y="3017520"/>
            <a:ext cx="365760" cy="365760"/>
          </a:xfrm>
          <a:prstGeom prst="ellipse">
            <a:avLst/>
          </a:prstGeom>
          <a:solidFill>
            <a:srgbClr val="8FD3FF"/>
          </a:solidFill>
          <a:ln w="6350">
            <a:solidFill>
              <a:srgbClr val="000000"/>
            </a:solidFill>
            <a:prstDash val="solid"/>
          </a:ln>
        </p:spPr>
      </p:sp>
      <p:sp>
        <p:nvSpPr>
          <p:cNvPr id="14" name="Text 12"/>
          <p:cNvSpPr/>
          <p:nvPr/>
        </p:nvSpPr>
        <p:spPr>
          <a:xfrm>
            <a:off x="640080" y="3017520"/>
            <a:ext cx="365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algn="ctr" indent="0" marL="0">
              <a:buNone/>
            </a:pPr>
            <a:r>
              <a:rPr lang="en-US" sz="1200" b="1" dirty="0">
                <a:solidFill>
                  <a:srgbClr val="111111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얼</a:t>
            </a:r>
            <a:endParaRPr lang="en-US" sz="1200" dirty="0"/>
          </a:p>
        </p:txBody>
      </p:sp>
      <p:sp>
        <p:nvSpPr>
          <p:cNvPr id="15" name="Text 13"/>
          <p:cNvSpPr/>
          <p:nvPr/>
        </p:nvSpPr>
        <p:spPr>
          <a:xfrm>
            <a:off x="1143000" y="3035808"/>
            <a:ext cx="420624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300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얼음</a:t>
            </a:r>
            <a:endParaRPr lang="en-US" sz="1300" dirty="0"/>
          </a:p>
        </p:txBody>
      </p:sp>
      <p:sp>
        <p:nvSpPr>
          <p:cNvPr id="16" name="Shape 14"/>
          <p:cNvSpPr/>
          <p:nvPr/>
        </p:nvSpPr>
        <p:spPr>
          <a:xfrm>
            <a:off x="640080" y="3520440"/>
            <a:ext cx="365760" cy="365760"/>
          </a:xfrm>
          <a:prstGeom prst="ellipse">
            <a:avLst/>
          </a:prstGeom>
          <a:solidFill>
            <a:srgbClr val="5A5F66"/>
          </a:solidFill>
          <a:ln w="6350">
            <a:solidFill>
              <a:srgbClr val="000000"/>
            </a:solidFill>
            <a:prstDash val="solid"/>
          </a:ln>
        </p:spPr>
      </p:sp>
      <p:sp>
        <p:nvSpPr>
          <p:cNvPr id="17" name="Text 15"/>
          <p:cNvSpPr/>
          <p:nvPr/>
        </p:nvSpPr>
        <p:spPr>
          <a:xfrm>
            <a:off x="640080" y="3520440"/>
            <a:ext cx="365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algn="ctr" indent="0" marL="0">
              <a:buNone/>
            </a:pPr>
            <a:r>
              <a:rPr lang="en-US" sz="1200" b="1" dirty="0">
                <a:solidFill>
                  <a:srgbClr val="FFFFF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장</a:t>
            </a:r>
            <a:endParaRPr lang="en-US" sz="1200" dirty="0"/>
          </a:p>
        </p:txBody>
      </p:sp>
      <p:sp>
        <p:nvSpPr>
          <p:cNvPr id="18" name="Text 16"/>
          <p:cNvSpPr/>
          <p:nvPr/>
        </p:nvSpPr>
        <p:spPr>
          <a:xfrm>
            <a:off x="1143000" y="3538728"/>
            <a:ext cx="420624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300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장갑</a:t>
            </a:r>
            <a:endParaRPr lang="en-US" sz="1300" dirty="0"/>
          </a:p>
        </p:txBody>
      </p:sp>
      <p:sp>
        <p:nvSpPr>
          <p:cNvPr id="19" name="Shape 17"/>
          <p:cNvSpPr/>
          <p:nvPr/>
        </p:nvSpPr>
        <p:spPr>
          <a:xfrm>
            <a:off x="640080" y="4023360"/>
            <a:ext cx="365760" cy="365760"/>
          </a:xfrm>
          <a:prstGeom prst="ellipse">
            <a:avLst/>
          </a:prstGeom>
          <a:solidFill>
            <a:srgbClr val="3A7BFF"/>
          </a:solidFill>
          <a:ln w="6350">
            <a:solidFill>
              <a:srgbClr val="000000"/>
            </a:solidFill>
            <a:prstDash val="solid"/>
          </a:ln>
        </p:spPr>
      </p:sp>
      <p:sp>
        <p:nvSpPr>
          <p:cNvPr id="20" name="Text 18"/>
          <p:cNvSpPr/>
          <p:nvPr/>
        </p:nvSpPr>
        <p:spPr>
          <a:xfrm>
            <a:off x="640080" y="4023360"/>
            <a:ext cx="365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algn="ctr" indent="0" marL="0">
              <a:buNone/>
            </a:pPr>
            <a:r>
              <a:rPr lang="en-US" sz="1200" b="1" dirty="0">
                <a:solidFill>
                  <a:srgbClr val="FFFFF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신</a:t>
            </a:r>
            <a:endParaRPr lang="en-US" sz="1200" dirty="0"/>
          </a:p>
        </p:txBody>
      </p:sp>
      <p:sp>
        <p:nvSpPr>
          <p:cNvPr id="21" name="Text 19"/>
          <p:cNvSpPr/>
          <p:nvPr/>
        </p:nvSpPr>
        <p:spPr>
          <a:xfrm>
            <a:off x="1143000" y="4041648"/>
            <a:ext cx="420624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300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신속</a:t>
            </a:r>
            <a:endParaRPr lang="en-US" sz="1300" dirty="0"/>
          </a:p>
        </p:txBody>
      </p:sp>
      <p:sp>
        <p:nvSpPr>
          <p:cNvPr id="22" name="Shape 20"/>
          <p:cNvSpPr/>
          <p:nvPr/>
        </p:nvSpPr>
        <p:spPr>
          <a:xfrm>
            <a:off x="640080" y="4526280"/>
            <a:ext cx="365760" cy="365760"/>
          </a:xfrm>
          <a:prstGeom prst="ellipse">
            <a:avLst/>
          </a:prstGeom>
          <a:solidFill>
            <a:srgbClr val="B06BFF"/>
          </a:solidFill>
          <a:ln w="6350">
            <a:solidFill>
              <a:srgbClr val="000000"/>
            </a:solidFill>
            <a:prstDash val="solid"/>
          </a:ln>
        </p:spPr>
      </p:sp>
      <p:sp>
        <p:nvSpPr>
          <p:cNvPr id="23" name="Text 21"/>
          <p:cNvSpPr/>
          <p:nvPr/>
        </p:nvSpPr>
        <p:spPr>
          <a:xfrm>
            <a:off x="640080" y="4526280"/>
            <a:ext cx="365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algn="ctr" indent="0" marL="0">
              <a:buNone/>
            </a:pPr>
            <a:r>
              <a:rPr lang="en-US" sz="1200" b="1" dirty="0">
                <a:solidFill>
                  <a:srgbClr val="FFFFF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특</a:t>
            </a:r>
            <a:endParaRPr lang="en-US" sz="1200" dirty="0"/>
          </a:p>
        </p:txBody>
      </p:sp>
      <p:sp>
        <p:nvSpPr>
          <p:cNvPr id="24" name="Text 22"/>
          <p:cNvSpPr/>
          <p:nvPr/>
        </p:nvSpPr>
        <p:spPr>
          <a:xfrm>
            <a:off x="1143000" y="4544568"/>
            <a:ext cx="420624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300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특수</a:t>
            </a:r>
            <a:endParaRPr lang="en-US" sz="1300" dirty="0"/>
          </a:p>
        </p:txBody>
      </p:sp>
      <p:sp>
        <p:nvSpPr>
          <p:cNvPr id="25" name="Text 23"/>
          <p:cNvSpPr/>
          <p:nvPr/>
        </p:nvSpPr>
        <p:spPr>
          <a:xfrm>
            <a:off x="6126480" y="1051560"/>
            <a:ext cx="548640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500" b="1" dirty="0">
                <a:solidFill>
                  <a:srgbClr val="3DDC97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구조물 (사각형)</a:t>
            </a:r>
            <a:endParaRPr lang="en-US" sz="1500" dirty="0"/>
          </a:p>
        </p:txBody>
      </p:sp>
      <p:sp>
        <p:nvSpPr>
          <p:cNvPr id="26" name="Shape 24"/>
          <p:cNvSpPr/>
          <p:nvPr/>
        </p:nvSpPr>
        <p:spPr>
          <a:xfrm>
            <a:off x="6217920" y="1508760"/>
            <a:ext cx="365760" cy="365760"/>
          </a:xfrm>
          <a:prstGeom prst="rect">
            <a:avLst/>
          </a:prstGeom>
          <a:solidFill>
            <a:srgbClr val="9A9A9A"/>
          </a:solidFill>
          <a:ln w="6350">
            <a:solidFill>
              <a:srgbClr val="000000"/>
            </a:solidFill>
            <a:prstDash val="solid"/>
          </a:ln>
        </p:spPr>
      </p:sp>
      <p:sp>
        <p:nvSpPr>
          <p:cNvPr id="27" name="Text 25"/>
          <p:cNvSpPr/>
          <p:nvPr/>
        </p:nvSpPr>
        <p:spPr>
          <a:xfrm>
            <a:off x="6217920" y="1508760"/>
            <a:ext cx="365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algn="ctr" indent="0" marL="0">
              <a:buNone/>
            </a:pPr>
            <a:r>
              <a:rPr lang="en-US" sz="1100" b="1" dirty="0">
                <a:solidFill>
                  <a:srgbClr val="111111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벽</a:t>
            </a:r>
            <a:endParaRPr lang="en-US" sz="1100" dirty="0"/>
          </a:p>
        </p:txBody>
      </p:sp>
      <p:sp>
        <p:nvSpPr>
          <p:cNvPr id="28" name="Text 26"/>
          <p:cNvSpPr/>
          <p:nvPr/>
        </p:nvSpPr>
        <p:spPr>
          <a:xfrm>
            <a:off x="6720840" y="1527048"/>
            <a:ext cx="4937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250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벽 — 철갑탄만 관통</a:t>
            </a:r>
            <a:endParaRPr lang="en-US" sz="1250" dirty="0"/>
          </a:p>
        </p:txBody>
      </p:sp>
      <p:sp>
        <p:nvSpPr>
          <p:cNvPr id="29" name="Shape 27"/>
          <p:cNvSpPr/>
          <p:nvPr/>
        </p:nvSpPr>
        <p:spPr>
          <a:xfrm>
            <a:off x="6217920" y="2011680"/>
            <a:ext cx="365760" cy="365760"/>
          </a:xfrm>
          <a:prstGeom prst="rect">
            <a:avLst/>
          </a:prstGeom>
          <a:solidFill>
            <a:srgbClr val="3F3F3F"/>
          </a:solidFill>
          <a:ln w="6350">
            <a:solidFill>
              <a:srgbClr val="000000"/>
            </a:solidFill>
            <a:prstDash val="solid"/>
          </a:ln>
        </p:spPr>
      </p:sp>
      <p:sp>
        <p:nvSpPr>
          <p:cNvPr id="30" name="Text 28"/>
          <p:cNvSpPr/>
          <p:nvPr/>
        </p:nvSpPr>
        <p:spPr>
          <a:xfrm>
            <a:off x="6217920" y="2011680"/>
            <a:ext cx="365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algn="ctr" indent="0" marL="0">
              <a:buNone/>
            </a:pPr>
            <a:r>
              <a:rPr lang="en-US" sz="1100" b="1" dirty="0">
                <a:solidFill>
                  <a:srgbClr val="FFFFF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철벽</a:t>
            </a:r>
            <a:endParaRPr lang="en-US" sz="1100" dirty="0"/>
          </a:p>
        </p:txBody>
      </p:sp>
      <p:sp>
        <p:nvSpPr>
          <p:cNvPr id="31" name="Text 29"/>
          <p:cNvSpPr/>
          <p:nvPr/>
        </p:nvSpPr>
        <p:spPr>
          <a:xfrm>
            <a:off x="6720840" y="2029968"/>
            <a:ext cx="4937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250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장갑벽 — 모든 탄 차단</a:t>
            </a:r>
            <a:endParaRPr lang="en-US" sz="1250" dirty="0"/>
          </a:p>
        </p:txBody>
      </p:sp>
      <p:sp>
        <p:nvSpPr>
          <p:cNvPr id="32" name="Shape 30"/>
          <p:cNvSpPr/>
          <p:nvPr/>
        </p:nvSpPr>
        <p:spPr>
          <a:xfrm>
            <a:off x="6217920" y="2514600"/>
            <a:ext cx="365760" cy="365760"/>
          </a:xfrm>
          <a:prstGeom prst="rect">
            <a:avLst/>
          </a:prstGeom>
          <a:solidFill>
            <a:srgbClr val="2E8B57"/>
          </a:solidFill>
          <a:ln w="6350">
            <a:solidFill>
              <a:srgbClr val="000000"/>
            </a:solidFill>
            <a:prstDash val="solid"/>
          </a:ln>
        </p:spPr>
      </p:sp>
      <p:sp>
        <p:nvSpPr>
          <p:cNvPr id="33" name="Text 31"/>
          <p:cNvSpPr/>
          <p:nvPr/>
        </p:nvSpPr>
        <p:spPr>
          <a:xfrm>
            <a:off x="6217920" y="2514600"/>
            <a:ext cx="365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algn="ctr" indent="0" marL="0">
              <a:buNone/>
            </a:pPr>
            <a:r>
              <a:rPr lang="en-US" sz="1100" b="1" dirty="0">
                <a:solidFill>
                  <a:srgbClr val="111111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풀</a:t>
            </a:r>
            <a:endParaRPr lang="en-US" sz="1100" dirty="0"/>
          </a:p>
        </p:txBody>
      </p:sp>
      <p:sp>
        <p:nvSpPr>
          <p:cNvPr id="34" name="Text 32"/>
          <p:cNvSpPr/>
          <p:nvPr/>
        </p:nvSpPr>
        <p:spPr>
          <a:xfrm>
            <a:off x="6720840" y="2532888"/>
            <a:ext cx="4937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250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풀숲 — 은신(원형이 사각형 안에 표시)</a:t>
            </a:r>
            <a:endParaRPr lang="en-US" sz="1250" dirty="0"/>
          </a:p>
        </p:txBody>
      </p:sp>
      <p:sp>
        <p:nvSpPr>
          <p:cNvPr id="35" name="Shape 33"/>
          <p:cNvSpPr/>
          <p:nvPr/>
        </p:nvSpPr>
        <p:spPr>
          <a:xfrm>
            <a:off x="6217920" y="3017520"/>
            <a:ext cx="365760" cy="365760"/>
          </a:xfrm>
          <a:prstGeom prst="rect">
            <a:avLst/>
          </a:prstGeom>
          <a:solidFill>
            <a:srgbClr val="8B5A2B"/>
          </a:solidFill>
          <a:ln w="6350">
            <a:solidFill>
              <a:srgbClr val="000000"/>
            </a:solidFill>
            <a:prstDash val="solid"/>
          </a:ln>
        </p:spPr>
      </p:sp>
      <p:sp>
        <p:nvSpPr>
          <p:cNvPr id="36" name="Text 34"/>
          <p:cNvSpPr/>
          <p:nvPr/>
        </p:nvSpPr>
        <p:spPr>
          <a:xfrm>
            <a:off x="6217920" y="3017520"/>
            <a:ext cx="365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algn="ctr" indent="0" marL="0">
              <a:buNone/>
            </a:pPr>
            <a:r>
              <a:rPr lang="en-US" sz="1100" b="1" dirty="0">
                <a:solidFill>
                  <a:srgbClr val="111111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나무</a:t>
            </a:r>
            <a:endParaRPr lang="en-US" sz="1100" dirty="0"/>
          </a:p>
        </p:txBody>
      </p:sp>
      <p:sp>
        <p:nvSpPr>
          <p:cNvPr id="37" name="Text 35"/>
          <p:cNvSpPr/>
          <p:nvPr/>
        </p:nvSpPr>
        <p:spPr>
          <a:xfrm>
            <a:off x="6720840" y="3035808"/>
            <a:ext cx="4937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250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나무 — 화염/폭발탄으로 파괴</a:t>
            </a:r>
            <a:endParaRPr lang="en-US" sz="1250" dirty="0"/>
          </a:p>
        </p:txBody>
      </p:sp>
      <p:sp>
        <p:nvSpPr>
          <p:cNvPr id="38" name="Shape 36"/>
          <p:cNvSpPr/>
          <p:nvPr/>
        </p:nvSpPr>
        <p:spPr>
          <a:xfrm>
            <a:off x="6217920" y="3520440"/>
            <a:ext cx="365760" cy="365760"/>
          </a:xfrm>
          <a:prstGeom prst="rect">
            <a:avLst/>
          </a:prstGeom>
          <a:solidFill>
            <a:srgbClr val="B98F5E"/>
          </a:solidFill>
          <a:ln w="6350">
            <a:solidFill>
              <a:srgbClr val="000000"/>
            </a:solidFill>
            <a:prstDash val="solid"/>
          </a:ln>
        </p:spPr>
      </p:sp>
      <p:sp>
        <p:nvSpPr>
          <p:cNvPr id="39" name="Text 37"/>
          <p:cNvSpPr/>
          <p:nvPr/>
        </p:nvSpPr>
        <p:spPr>
          <a:xfrm>
            <a:off x="6217920" y="3520440"/>
            <a:ext cx="365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algn="ctr" indent="0" marL="0">
              <a:buNone/>
            </a:pPr>
            <a:r>
              <a:rPr lang="en-US" sz="1100" b="1" dirty="0">
                <a:solidFill>
                  <a:srgbClr val="111111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바위</a:t>
            </a:r>
            <a:endParaRPr lang="en-US" sz="1100" dirty="0"/>
          </a:p>
        </p:txBody>
      </p:sp>
      <p:sp>
        <p:nvSpPr>
          <p:cNvPr id="40" name="Text 38"/>
          <p:cNvSpPr/>
          <p:nvPr/>
        </p:nvSpPr>
        <p:spPr>
          <a:xfrm>
            <a:off x="6720840" y="3538728"/>
            <a:ext cx="4937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250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바위 — 폭발탄으로 파괴</a:t>
            </a:r>
            <a:endParaRPr lang="en-US" sz="1250" dirty="0"/>
          </a:p>
        </p:txBody>
      </p:sp>
      <p:sp>
        <p:nvSpPr>
          <p:cNvPr id="41" name="Shape 39"/>
          <p:cNvSpPr/>
          <p:nvPr/>
        </p:nvSpPr>
        <p:spPr>
          <a:xfrm>
            <a:off x="6217920" y="4023360"/>
            <a:ext cx="365760" cy="365760"/>
          </a:xfrm>
          <a:prstGeom prst="rect">
            <a:avLst/>
          </a:prstGeom>
          <a:solidFill>
            <a:srgbClr val="F4E04D"/>
          </a:solidFill>
          <a:ln w="6350">
            <a:solidFill>
              <a:srgbClr val="000000"/>
            </a:solidFill>
            <a:prstDash val="solid"/>
          </a:ln>
        </p:spPr>
      </p:sp>
      <p:sp>
        <p:nvSpPr>
          <p:cNvPr id="42" name="Text 40"/>
          <p:cNvSpPr/>
          <p:nvPr/>
        </p:nvSpPr>
        <p:spPr>
          <a:xfrm>
            <a:off x="6217920" y="4023360"/>
            <a:ext cx="365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algn="ctr" indent="0" marL="0">
              <a:buNone/>
            </a:pPr>
            <a:r>
              <a:rPr lang="en-US" sz="1100" b="1" dirty="0">
                <a:solidFill>
                  <a:srgbClr val="111111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민간</a:t>
            </a:r>
            <a:endParaRPr lang="en-US" sz="1100" dirty="0"/>
          </a:p>
        </p:txBody>
      </p:sp>
      <p:sp>
        <p:nvSpPr>
          <p:cNvPr id="43" name="Text 41"/>
          <p:cNvSpPr/>
          <p:nvPr/>
        </p:nvSpPr>
        <p:spPr>
          <a:xfrm>
            <a:off x="6720840" y="4041648"/>
            <a:ext cx="4937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250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민간인 — 피격 시 즉시 게임오버</a:t>
            </a:r>
            <a:endParaRPr lang="en-US" sz="1250" dirty="0"/>
          </a:p>
        </p:txBody>
      </p:sp>
      <p:sp>
        <p:nvSpPr>
          <p:cNvPr id="44" name="Shape 42"/>
          <p:cNvSpPr/>
          <p:nvPr/>
        </p:nvSpPr>
        <p:spPr>
          <a:xfrm>
            <a:off x="6217920" y="4526280"/>
            <a:ext cx="365760" cy="365760"/>
          </a:xfrm>
          <a:prstGeom prst="rect">
            <a:avLst/>
          </a:prstGeom>
          <a:solidFill>
            <a:srgbClr val="DCC48E"/>
          </a:solidFill>
          <a:ln w="6350">
            <a:solidFill>
              <a:srgbClr val="000000"/>
            </a:solidFill>
            <a:prstDash val="solid"/>
          </a:ln>
        </p:spPr>
      </p:sp>
      <p:sp>
        <p:nvSpPr>
          <p:cNvPr id="45" name="Text 43"/>
          <p:cNvSpPr/>
          <p:nvPr/>
        </p:nvSpPr>
        <p:spPr>
          <a:xfrm>
            <a:off x="6217920" y="4526280"/>
            <a:ext cx="365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algn="ctr" indent="0" marL="0">
              <a:buNone/>
            </a:pPr>
            <a:r>
              <a:rPr lang="en-US" sz="1100" b="1" dirty="0">
                <a:solidFill>
                  <a:srgbClr val="111111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모래</a:t>
            </a:r>
            <a:endParaRPr lang="en-US" sz="1100" dirty="0"/>
          </a:p>
        </p:txBody>
      </p:sp>
      <p:sp>
        <p:nvSpPr>
          <p:cNvPr id="46" name="Text 44"/>
          <p:cNvSpPr/>
          <p:nvPr/>
        </p:nvSpPr>
        <p:spPr>
          <a:xfrm>
            <a:off x="6720840" y="4544568"/>
            <a:ext cx="4937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250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모래바람 — 은신(위치 특정 가능)</a:t>
            </a:r>
            <a:endParaRPr lang="en-US" sz="1250" dirty="0"/>
          </a:p>
        </p:txBody>
      </p:sp>
      <p:sp>
        <p:nvSpPr>
          <p:cNvPr id="47" name="Shape 45"/>
          <p:cNvSpPr/>
          <p:nvPr/>
        </p:nvSpPr>
        <p:spPr>
          <a:xfrm>
            <a:off x="6217920" y="5029200"/>
            <a:ext cx="365760" cy="365760"/>
          </a:xfrm>
          <a:prstGeom prst="rect">
            <a:avLst/>
          </a:prstGeom>
          <a:solidFill>
            <a:srgbClr val="E8955A"/>
          </a:solidFill>
          <a:ln w="6350">
            <a:solidFill>
              <a:srgbClr val="000000"/>
            </a:solidFill>
            <a:prstDash val="solid"/>
          </a:ln>
        </p:spPr>
      </p:sp>
      <p:sp>
        <p:nvSpPr>
          <p:cNvPr id="48" name="Text 46"/>
          <p:cNvSpPr/>
          <p:nvPr/>
        </p:nvSpPr>
        <p:spPr>
          <a:xfrm>
            <a:off x="6217920" y="5029200"/>
            <a:ext cx="365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algn="ctr" indent="0" marL="0">
              <a:buNone/>
            </a:pPr>
            <a:r>
              <a:rPr lang="en-US" sz="1100" b="1" dirty="0">
                <a:solidFill>
                  <a:srgbClr val="111111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아지</a:t>
            </a:r>
            <a:endParaRPr lang="en-US" sz="1100" dirty="0"/>
          </a:p>
        </p:txBody>
      </p:sp>
      <p:sp>
        <p:nvSpPr>
          <p:cNvPr id="49" name="Text 47"/>
          <p:cNvSpPr/>
          <p:nvPr/>
        </p:nvSpPr>
        <p:spPr>
          <a:xfrm>
            <a:off x="6720840" y="5047488"/>
            <a:ext cx="4937760" cy="36576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250" dirty="0">
                <a:solidFill>
                  <a:srgbClr val="DFE6EF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아지랑이 — 모래바람과 동일</a:t>
            </a:r>
            <a:endParaRPr lang="en-US" sz="1250" dirty="0"/>
          </a:p>
        </p:txBody>
      </p:sp>
      <p:sp>
        <p:nvSpPr>
          <p:cNvPr id="50" name="Text 48"/>
          <p:cNvSpPr/>
          <p:nvPr/>
        </p:nvSpPr>
        <p:spPr>
          <a:xfrm>
            <a:off x="548640" y="6309360"/>
            <a:ext cx="10972800" cy="45720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1100" dirty="0">
                <a:solidFill>
                  <a:srgbClr val="8A96A8"/>
                </a:solidFill>
                <a:latin typeface="Malgun Gothic" pitchFamily="34" charset="0"/>
                <a:ea typeface="Malgun Gothic" pitchFamily="34" charset="-122"/>
                <a:cs typeface="Malgun Gothic" pitchFamily="34" charset="-120"/>
              </a:rPr>
              <a:t>각 맵 슬라이드의 격자는 실제 표(Table)입니다 — 셀을 선택해 텍스트/채우기 색을 직접 수정할 수 있습니다. 붉은 줄=발사 라인, 검정 칸=기본 발사 위치, 진회색 테두리=맵 경계.</a:t>
            </a:r>
            <a:endParaRPr lang="en-US" sz="1100" dirty="0"/>
          </a:p>
        </p:txBody>
      </p:sp>
    </p:spTree>
  </p:cSld>
  <p:clrMapOvr>
    <a:masterClrMapping/>
  </p:clrMapOvr>
</p:sld>
</file>

<file path=ppt/slides/slide3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3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쉬움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(</a:t>
            </a: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각 튜토리얼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)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9×15  ·  적 3마리  ·  표 셀을 편집해 배치를 바꿀 수 있습니다</a:t>
            </a:r>
            <a:endParaRPr lang="en-US" sz="1100"/>
          </a:p>
        </p:txBody>
      </p:sp>
      <p:graphicFrame>
        <p:nvGraphicFramePr>
          <p:cNvPr id="4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Pr firstRow="1" bandRow="1"/>
              <a:tblGrid>
                <a:gridCol w="384048"/>
                <a:gridCol w="384048"/>
                <a:gridCol w="384048"/>
                <a:gridCol w="384048"/>
                <a:gridCol w="384048"/>
                <a:gridCol w="384048"/>
                <a:gridCol w="384048"/>
                <a:gridCol w="384048"/>
                <a:gridCol w="384048"/>
              </a:tblGrid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1발로 클리어 (3마리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107° · 바운스 5회 → 얼음(1,12), 일반(1,9), 화염(5,12)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4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4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쉬움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(</a:t>
            </a: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풀숲 튜토리얼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)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9×15  ·  적 2마리  ·  표 셀을 편집해 배치를 바꿀 수 있습니다</a:t>
            </a:r>
            <a:endParaRPr lang="en-US" sz="1100"/>
          </a:p>
        </p:txBody>
      </p:sp>
      <p:graphicFrame>
        <p:nvGraphicFramePr>
          <p:cNvPr id="5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Pr firstRow="1" bandRow="1"/>
              <a:tblGrid>
                <a:gridCol w="384048"/>
                <a:gridCol w="384048"/>
                <a:gridCol w="384048"/>
                <a:gridCol w="384048"/>
                <a:gridCol w="384048"/>
                <a:gridCol w="384048"/>
                <a:gridCol w="384048"/>
                <a:gridCol w="384048"/>
                <a:gridCol w="384048"/>
              </a:tblGrid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10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1발로 클리어 (2마리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107° · 바운스 5회 → 화염(2,6), 얼음(7,8)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5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5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쉬움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(</a:t>
            </a: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속성 튜토리얼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)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9×15  ·  적 3마리  ·  표 셀을 편집해 배치를 바꿀 수 있습니다</a:t>
            </a:r>
            <a:endParaRPr lang="en-US" sz="1100"/>
          </a:p>
        </p:txBody>
      </p:sp>
      <p:graphicFrame>
        <p:nvGraphicFramePr>
          <p:cNvPr id="6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Pr firstRow="1" bandRow="1"/>
              <a:tblGrid>
                <a:gridCol w="384048"/>
                <a:gridCol w="384048"/>
                <a:gridCol w="384048"/>
                <a:gridCol w="384048"/>
                <a:gridCol w="384048"/>
                <a:gridCol w="384048"/>
                <a:gridCol w="384048"/>
                <a:gridCol w="384048"/>
                <a:gridCol w="384048"/>
              </a:tblGrid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화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950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얼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fd3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d6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384048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10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1발로 클리어 (3마리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80° · 바운스 4회 → 화염(2,6), 일반(7,7), 얼음(7,8)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6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6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어려움 (12×20) 맵 1</a:t>
            </a:r>
            <a:endParaRPr lang="en-US" sz="2000"/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12×20  ·  적 5마리  ·  표 셀을 편집해 배치를 바꿀 수 있습니다</a:t>
            </a:r>
            <a:endParaRPr lang="en-US" sz="1100"/>
          </a:p>
        </p:txBody>
      </p:sp>
      <p:graphicFrame>
        <p:nvGraphicFramePr>
          <p:cNvPr id="7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Pr firstRow="1" bandRow="1"/>
              <a:tblGrid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</a:tblGrid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화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950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10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(5마리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29° · 바운스 7회 → 장갑(2,10), 신속(3,8), 화염(9,2)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41° · 바운스 7회 → 화염(6,10), 신속(7,3)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7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7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어려움 (12×20) 맵 2</a:t>
            </a:r>
            <a:endParaRPr lang="en-US" sz="2000"/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12×20  ·  적 6마리  ·  표 셀을 편집해 배치를 바꿀 수 있습니다</a:t>
            </a:r>
            <a:endParaRPr lang="en-US" sz="1100"/>
          </a:p>
        </p:txBody>
      </p:sp>
      <p:graphicFrame>
        <p:nvGraphicFramePr>
          <p:cNvPr id="8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Pr firstRow="1" bandRow="1"/>
              <a:tblGrid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</a:tblGrid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80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80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(6마리 전원 처치)</a:t>
            </a:r>
            <a:endParaRPr lang="en-US" sz="1300"/>
          </a:p>
        </p:txBody>
      </p:sp>
      <p:sp>
        <p:nvSpPr>
          <p:cNvPr id="10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5 · 각도 98° · 바운스 2회 → 특수(4,12), 화염(3,2), 화염(2,1), 장갑(1,10), 특수(1,13)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5 · 각도 89° · 바운스 1회 → 전기(5,8)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8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8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어려움 (12×20) 맵 3</a:t>
            </a:r>
            <a:endParaRPr lang="en-US" sz="2000"/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12×20  ·  적 4마리  ·  표 셀을 편집해 배치를 바꿀 수 있습니다</a:t>
            </a:r>
            <a:endParaRPr lang="en-US" sz="1100"/>
          </a:p>
        </p:txBody>
      </p:sp>
      <p:graphicFrame>
        <p:nvGraphicFramePr>
          <p:cNvPr id="9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Pr firstRow="1" bandRow="1"/>
              <a:tblGrid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</a:tblGrid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(4마리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122° · 바운스 7회 → 신속(1,17), 일반(10,17), 특수(9,14)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9 · 각도 125° · 바운스 6회 → 신속(4,11)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10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9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9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어려움 (12×20) 맵 4</a:t>
            </a:r>
            <a:endParaRPr lang="en-US" sz="2000"/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12×20  ·  적 4마리  ·  표 셀을 편집해 배치를 바꿀 수 있습니다</a:t>
            </a:r>
            <a:endParaRPr lang="en-US" sz="1100"/>
          </a:p>
        </p:txBody>
      </p:sp>
      <p:graphicFrame>
        <p:nvGraphicFramePr>
          <p:cNvPr id="10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Grid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</a:tblGrid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특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06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화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950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(4마리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71° · 바운스 7회 → 특수(7,17), 특수(10,6), 화염(10,11)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47° · 바운스 7회 → 화염(2,4)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10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10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어려움 (12×20) 맵 5</a:t>
            </a:r>
            <a:endParaRPr lang="en-US" sz="2000"/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12×20  ·  적 5마리  ·  표 셀을 편집해 배치를 바꿀 수 있습니다</a:t>
            </a:r>
            <a:endParaRPr lang="en-US" sz="1100"/>
          </a:p>
        </p:txBody>
      </p:sp>
      <p:graphicFrame>
        <p:nvGraphicFramePr>
          <p:cNvPr id="11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Pr firstRow="1" bandRow="1"/>
              <a:tblGrid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</a:tblGrid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(5마리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23° · 바운스 7회 → 신속(3,14), 신속(2,14), 일반(1,15)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23° · 바운스 7회 → 특수(8,9), 특수(2,4)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11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11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보너스</a:t>
            </a: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endParaRPr lang="en-US" sz="1100">
              <a:solidFill>
                <a:srgbClr val="8a96a8"/>
              </a:solidFill>
              <a:latin typeface="맑은 고딕"/>
              <a:ea typeface="맑은 고딕"/>
              <a:cs typeface="맑은 고딕"/>
            </a:endParaRPr>
          </a:p>
        </p:txBody>
      </p:sp>
      <p:graphicFrame>
        <p:nvGraphicFramePr>
          <p:cNvPr id="12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Grid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</a:tblGrid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(5마리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14° · 바운스 7회 → 일반(9,14), 화염(5,10), 신속(9,8)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26° · 바운스 7회 → 얼음(9,3), 신속(4,2)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12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12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중간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3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12×20  ·  적 5마리  ·  표 셀을 편집해 배치를 바꿀 수 있습니다</a:t>
            </a:r>
            <a:endParaRPr lang="en-US" sz="1100"/>
          </a:p>
        </p:txBody>
      </p:sp>
      <p:graphicFrame>
        <p:nvGraphicFramePr>
          <p:cNvPr id="13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Grid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</a:tblGrid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fd3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(5마리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113° · 바운스 7회 → 장갑(1,15), 얼음(4,1), 얼음(6,4)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32° · 바운스 7회 → 신속(7,16), 일반(8,3)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13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13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중간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4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12×20  ·  적 5마리  ·  표 셀을 편집해 배치를 바꿀 수 있습니다</a:t>
            </a:r>
            <a:endParaRPr lang="en-US" sz="1100"/>
          </a:p>
        </p:txBody>
      </p:sp>
      <p:graphicFrame>
        <p:nvGraphicFramePr>
          <p:cNvPr id="14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Pr firstRow="1" bandRow="1"/>
              <a:tblGrid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</a:tblGrid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장</a:t>
                      </a:r>
                      <a:endParaRPr lang="ko-KR" altLang="en-US" sz="650" b="1">
                        <a:solidFill>
                          <a:srgbClr val="ffffff"/>
                        </a:solidFill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5a5f66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3발로 클리어 (5마리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41° · 바운스 7회 → 일반(7,17), 화염(10,17), 일반(5,4)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9 · 각도 86° · 바운스 2회 → 특수(10,4)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71° · 바운스 7회 → 전기(1,3)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14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14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어려움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1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  <a:p>
            <a:pPr marL="0" indent="0">
              <a:buNone/>
              <a:defRPr/>
            </a:pP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12×20  ·  적 4마리  ·  표 셀을 편집해 배치를 바꿀 수 있습니다</a:t>
            </a:r>
            <a:endParaRPr lang="en-US" sz="1100"/>
          </a:p>
        </p:txBody>
      </p:sp>
      <p:graphicFrame>
        <p:nvGraphicFramePr>
          <p:cNvPr id="15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Grid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</a:tblGrid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특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06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fd3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(4마리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7 · 각도 62° · 바운스 7회 → 특수(10,7), 화염(10,6), 얼음(3,3)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9 · 각도 125° · 바운스 1회 → 일반(6,15)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15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16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이벤트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1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12×20  ·  적 4마리  ·  표 셀을 편집해 배치를 바꿀 수 있습니다</a:t>
            </a:r>
            <a:endParaRPr lang="en-US" sz="1100"/>
          </a:p>
        </p:txBody>
      </p:sp>
      <p:graphicFrame>
        <p:nvGraphicFramePr>
          <p:cNvPr id="17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Pr firstRow="1" bandRow="1"/>
              <a:tblGrid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</a:tblGrid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(4마리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128° · 바운스 7회 → 전기(5,8), 신속(5,4), 전기(4,4)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7 · 각도 80° · 바운스 1회 → 전기(9,15)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16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15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중간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2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12×20  ·  적 6마리  ·  표 셀을 편집해 배치를 바꿀 수 있습니다</a:t>
            </a:r>
            <a:endParaRPr lang="en-US" sz="1100"/>
          </a:p>
        </p:txBody>
      </p:sp>
      <p:graphicFrame>
        <p:nvGraphicFramePr>
          <p:cNvPr id="16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Grid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</a:tblGrid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(6마리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5 · 각도 122° · 바운스 7회 → 전기(9,3), 장갑(6,8), 특수(6,10), 신속(5,13)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5 · 각도 50° · 바운스 7회 → 신속(8,14), 신속(2,3)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17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17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중간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1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12×20  ·  적 6마리  ·  표 셀을 편집해 배치를 바꿀 수 있습니다</a:t>
            </a:r>
            <a:endParaRPr lang="en-US" sz="1100"/>
          </a:p>
        </p:txBody>
      </p:sp>
      <p:graphicFrame>
        <p:nvGraphicFramePr>
          <p:cNvPr id="18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Pr firstRow="1" bandRow="1"/>
              <a:tblGrid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</a:tblGrid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d6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(6마리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9 · 각도 29° · 바운스 7회 → 특수(8,17), 신속(6,15), 신속(3,7), 화염(1,6)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68° · 바운스 7회 → 전기(3,17), 전기(7,11)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18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18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숲</a:t>
            </a: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12×20  ·  적 4마리  ·  표 셀을 편집해 배치를 바꿀 수 있습니다</a:t>
            </a:r>
            <a:endParaRPr lang="en-US" sz="1100"/>
          </a:p>
        </p:txBody>
      </p:sp>
      <p:graphicFrame>
        <p:nvGraphicFramePr>
          <p:cNvPr id="19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Grid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</a:tblGrid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화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950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화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950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3발로 클리어 (4마리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89° · 바운스 1회 → 일반(1,5), 장갑(1,1)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86° · 바운스 1회 → 장갑(2,4)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68° · 바운스 7회 → 신속(8,15)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19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19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바위</a:t>
            </a: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12×20  ·  적 5마리  ·  표 셀을 편집해 배치를 바꿀 수 있습니다</a:t>
            </a:r>
            <a:endParaRPr lang="en-US" sz="1100"/>
          </a:p>
        </p:txBody>
      </p:sp>
      <p:graphicFrame>
        <p:nvGraphicFramePr>
          <p:cNvPr id="20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Pr firstRow="1" bandRow="1"/>
              <a:tblGrid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</a:tblGrid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3발로 클리어 (5마리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50° · 바운스 7회 → 화염(4,14), 화염(4,2), 전기(2,6)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9 · 각도 86° · 바운스 1회 → 장갑(9,14)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56° · 바운스 7회 → 일반(1,7)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20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20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모아잡기</a:t>
            </a: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12×20  ·  적 4마리  ·  표 셀을 편집해 배치를 바꿀 수 있습니다</a:t>
            </a:r>
            <a:endParaRPr lang="en-US" sz="1100"/>
          </a:p>
        </p:txBody>
      </p:sp>
      <p:graphicFrame>
        <p:nvGraphicFramePr>
          <p:cNvPr id="21" name="Table 0"/>
          <p:cNvGraphicFramePr>
            <a:graphicFrameLocks noGrp="1"/>
          </p:cNvGraphicFramePr>
          <p:nvPr/>
        </p:nvGraphicFramePr>
        <p:xfrm>
          <a:off x="1472184" y="960120"/>
          <a:ext cx="3456432" cy="5760720"/>
        </p:xfrm>
        <a:graphic>
          <a:graphicData uri="http://schemas.openxmlformats.org/drawingml/2006/table">
            <a:tbl>
              <a:tblPr firstRow="1" bandRow="1"/>
              <a:tblGrid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  <a:gridCol w="288036"/>
              </a:tblGrid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88036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1발로 클리어 (4마리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119° · 바운스 7회 → 신속(5,10), 특수(5,15), 장갑(1,8), 화염(1,6)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21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21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선착장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(</a:t>
            </a: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컨테이너</a:t>
            </a: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7마리  ·  표 셀을 편집해 배치를 바꿀 수 있습니다</a:t>
            </a:r>
            <a:endParaRPr lang="en-US" sz="1100"/>
          </a:p>
        </p:txBody>
      </p:sp>
      <p:graphicFrame>
        <p:nvGraphicFramePr>
          <p:cNvPr id="22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Pr firstRow="1" bandRow="1"/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5발로 클리어 (7마리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56° · 바운스 9회 → 얼음(9,5), 일반(3,12)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5 · 각도 26° · 바운스 9회 → 장갑(11,20), 장갑(1,5)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5 · 각도 83° · 바운스 1회 → 장갑(6,13)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4발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15 · 각도 80° · 바운스 4회 → 일반(14,7)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5발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26° · 바운스 9회 → 일반(4,9)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22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22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공원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(</a:t>
            </a: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어려움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)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9마리  ·  표 셀을 편집해 배치를 바꿀 수 있습니다</a:t>
            </a:r>
            <a:endParaRPr lang="en-US" sz="1100"/>
          </a:p>
        </p:txBody>
      </p:sp>
      <p:graphicFrame>
        <p:nvGraphicFramePr>
          <p:cNvPr id="23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Pr firstRow="1" bandRow="1"/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3발로 클리어 (9마리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9 · 각도 137° · 바운스 9회 → 특수(6,8), 일반(2,6), 장갑(1,8), 특수(15,5), 전기(14,4)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119° · 바운스 9회 → 일반(10,17), 화염(13,19), 일반(14,11)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23° · 바운스 9회 → 특수(12,10)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23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23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바위맵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(</a:t>
            </a: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중간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)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8마리  ·  표 셀을 편집해 배치를 바꿀 수 있습니다</a:t>
            </a:r>
            <a:endParaRPr lang="en-US" sz="1100"/>
          </a:p>
        </p:txBody>
      </p:sp>
      <p:graphicFrame>
        <p:nvGraphicFramePr>
          <p:cNvPr id="24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Pr firstRow="1" bandRow="1"/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d6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장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5a5f66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장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5a5f66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4발로 클리어 (8마리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110° · 바운스 9회 → 장갑(9,4), 얼음(9,3), 전기(5,10), 장갑(4,18)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128° · 바운스 9회 → 장갑(11,3), 화염(11,5)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80° · 바운스 3회 → 특수(5,4)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4발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5 · 각도 65° · 바운스 9회 → 특수(15,7)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24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24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매우 어려움 추가분 (17×24) 맵 2</a:t>
            </a:r>
            <a:endParaRPr lang="en-US" sz="2000"/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9마리  ·  표 셀을 편집해 배치를 바꿀 수 있습니다</a:t>
            </a:r>
            <a:endParaRPr lang="en-US" sz="1100"/>
          </a:p>
        </p:txBody>
      </p:sp>
      <p:graphicFrame>
        <p:nvGraphicFramePr>
          <p:cNvPr id="25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Pr firstRow="1" bandRow="1"/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fd3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fd3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3발로 클리어 (9마리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13 · 각도 56° · 바운스 9회 → 전기(15,19), 신속(15,15), 얼음(13,12), 신속(11,4), 얼음(7,13), 얼음(5,15)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134° · 바운스 9회 → 신속(1,21), 신속(15,2)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32° · 바운스 9회 → 특수(10,13)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25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25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미로</a:t>
            </a: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9마리  ·  표 셀을 편집해 배치를 바꿀 수 있습니다</a:t>
            </a:r>
            <a:endParaRPr lang="en-US" sz="1100"/>
          </a:p>
        </p:txBody>
      </p:sp>
      <p:graphicFrame>
        <p:nvGraphicFramePr>
          <p:cNvPr id="26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Pr firstRow="1" bandRow="1"/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3발로 클리어 (9마리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7 · 각도 119° · 바운스 9회 → 전기(6,21), 신속(1,9), 특수(2,2), 신속(1,2), 전기(9,14)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5 · 각도 47° · 바운스 9회 → 전기(1,7), 특수(4,3)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15 · 각도 86° · 바운스 9회 → 일반(15,8), 화염(11,1)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26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26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광장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(</a:t>
            </a: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민간인 다수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)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7마리  ·  표 셀을 편집해 배치를 바꿀 수 있습니다</a:t>
            </a:r>
            <a:endParaRPr lang="en-US" sz="1100"/>
          </a:p>
        </p:txBody>
      </p:sp>
      <p:graphicFrame>
        <p:nvGraphicFramePr>
          <p:cNvPr id="27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Pr firstRow="1" bandRow="1"/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(7마리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7 · 각도 143° · 바운스 9회 → 장갑(6,21), 신속(3,16), 특수(2,12), 화염(7,3), 특수(6,13), 특수(12,20)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5 · 각도 80° · 바운스 1회 → 일반(8,18)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27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27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8마리  ·  표 셀을 편집해 배치를 바꿀 수 있습니다</a:t>
            </a:r>
            <a:endParaRPr lang="en-US" sz="1100"/>
          </a:p>
        </p:txBody>
      </p:sp>
      <p:graphicFrame>
        <p:nvGraphicFramePr>
          <p:cNvPr id="28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화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950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화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950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화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950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모래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dcc48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4발로 클리어 (8마리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9 · 각도 56° · 바운스 6회 → 얼음(15,12), 얼음(7,16), 특수(7,17), 장갑(3,21)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56° · 바운스 9회 → 특수(1,3), 특수(3,5)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15 · 각도 95° · 바운스 5회 → 일반(13,6)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4발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152° · 바운스 9회 → 장갑(5,4)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28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28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그릇</a:t>
            </a: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8마리  ·  표 셀을 편집해 배치를 바꿀 수 있습니다</a:t>
            </a:r>
            <a:endParaRPr lang="en-US" sz="1100"/>
          </a:p>
        </p:txBody>
      </p:sp>
      <p:graphicFrame>
        <p:nvGraphicFramePr>
          <p:cNvPr id="29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4발로 클리어 (8마리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13 · 각도 95° · 바운스 4회 → 일반(12,12), 신속(11,7), 장갑(11,17), 얼음(14,16)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68° · 바운스 9회 → 특수(3,19), 특수(10,9)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44° · 바운스 9회 → 장갑(2,1)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4발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5 · 각도 155° · 바운스 9회 → 장갑(7,4)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29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29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절벽</a:t>
            </a: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7마리  ·  표 셀을 편집해 배치를 바꿀 수 있습니다</a:t>
            </a:r>
            <a:endParaRPr lang="en-US" sz="1100"/>
          </a:p>
        </p:txBody>
      </p:sp>
      <p:graphicFrame>
        <p:nvGraphicFramePr>
          <p:cNvPr id="30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특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06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6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6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3발로 클리어 (7마리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26° · 바운스 9회 → 신속(7,21), 신속(14,12), 특수(7,14), 화염(12,20)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116° · 바운스 9회 → 장갑(6,20), 전기(13,1)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7 · 각도 32° · 바운스 9회 → 신속(2,3)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30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30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어려움 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5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7마리  ·  표 셀을 편집해 배치를 바꿀 수 있습니다</a:t>
            </a:r>
            <a:endParaRPr lang="en-US" sz="1100"/>
          </a:p>
        </p:txBody>
      </p:sp>
      <p:graphicFrame>
        <p:nvGraphicFramePr>
          <p:cNvPr id="31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특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06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장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5a5f66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(7마리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13 · 각도 50° · 바운스 9회 → 전기(12,15), 장갑(10,19), 전기(7,6), 특수(7,7), 특수(4,14), 얼음(2,16)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5 · 각도 80° · 바운스 8회 → 특수(11,5)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31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31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다중반사</a:t>
            </a: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8마리  ·  표 셀을 편집해 배치를 바꿀 수 있습니다</a:t>
            </a:r>
            <a:endParaRPr lang="en-US" sz="1100"/>
          </a:p>
        </p:txBody>
      </p:sp>
      <p:graphicFrame>
        <p:nvGraphicFramePr>
          <p:cNvPr id="32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d6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특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06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아지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8955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아지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8955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아지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8955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아지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8955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바위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98f5e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화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950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3발로 클리어 (8마리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11 · 각도 95° · 바운스 1회 → 특수(10,6), 장갑(9,7), 전기(8,16), 일반(8,18)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9 · 각도 113° · 바운스 9회 → 얼음(14,5), 특수(12,6), 전기(4,4)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13 · 각도 125° · 바운스 6회 → 화염(7,2)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32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32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잔디밭</a:t>
            </a: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9마리  ·  표 셀을 편집해 배치를 바꿀 수 있습니다</a:t>
            </a:r>
            <a:endParaRPr lang="en-US" sz="1100"/>
          </a:p>
        </p:txBody>
      </p:sp>
      <p:graphicFrame>
        <p:nvGraphicFramePr>
          <p:cNvPr id="33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(9마리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13 · 각도 134° · 바운스 9회 → 특수(9,18), 전기(3,13), 장갑(2,12), 특수(3,4), 얼음(1,3)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7 · 각도 50° · 바운스 9회 → 일반(11,6), 장갑(8,5), 일반(6,12), 장갑(13,13)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33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33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도심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-</a:t>
            </a: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골목</a:t>
            </a: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9마리  ·  표 셀을 편집해 배치를 바꿀 수 있습니다</a:t>
            </a:r>
            <a:endParaRPr lang="en-US" sz="1100"/>
          </a:p>
        </p:txBody>
      </p:sp>
      <p:graphicFrame>
        <p:nvGraphicFramePr>
          <p:cNvPr id="34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특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06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(9마리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7 · 각도 23° · 바운스 9회 → 장갑(11,18), 신속(8,12), 신속(9,6), 얼음(7,5), 특수(4,3), 일반(3,4)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15 · 각도 110° · 바운스 9회 → 신속(12,19), 얼음(9,19), 특수(14,1)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34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34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도심</a:t>
            </a: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7마리  ·  표 셀을 편집해 배치를 바꿀 수 있습니다</a:t>
            </a:r>
            <a:endParaRPr lang="en-US" sz="1100"/>
          </a:p>
        </p:txBody>
      </p:sp>
      <p:graphicFrame>
        <p:nvGraphicFramePr>
          <p:cNvPr id="35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3발로 클리어 (7마리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41° · 바운스 9회 → 특수(1,20), 특수(2,8), 장갑(5,4)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15 · 각도 89° · 바운스 2회 → 화염(15,12), 특수(15,7)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7 · 각도 53° · 바운스 9회 → 신속(8,12), 신속(8,3)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35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35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볼링</a:t>
            </a: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8마리  ·  표 셀을 편집해 배치를 바꿀 수 있습니다</a:t>
            </a:r>
            <a:endParaRPr lang="en-US" sz="1100"/>
          </a:p>
        </p:txBody>
      </p:sp>
      <p:graphicFrame>
        <p:nvGraphicFramePr>
          <p:cNvPr id="36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Pr firstRow="1" bandRow="1"/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4발로 클리어 (8마리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15 · 각도 170° · 바운스 9회 → 특수(7,20), 장갑(5,18), 화염(1,12), 장갑(15,10)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23° · 바운스 9회 → 장갑(5,7), 신속(13,4)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86° · 바운스 7회 → 특수(3,1)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4발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7 · 각도 26° · 바운스 9회 → 전기(15,2)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36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36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지그재그</a:t>
            </a: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9마리  ·  표 셀을 편집해 배치를 바꿀 수 있습니다</a:t>
            </a:r>
            <a:endParaRPr lang="en-US" sz="1100"/>
          </a:p>
        </p:txBody>
      </p:sp>
      <p:graphicFrame>
        <p:nvGraphicFramePr>
          <p:cNvPr id="37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4발로 클리어 (9마리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77° · 바운스 9회 → 특수(4,19), 특수(5,16), 일반(8,11), 신속(12,6), 장갑(10,4)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116° · 바운스 9회 → 신속(7,2), 전기(5,2)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9 · 각도 92° · 바운스 1회 → 전기(8,19)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4발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95° · 바운스 7회 → 장갑(2,7)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37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37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미로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2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9마리  ·  표 셀을 편집해 배치를 바꿀 수 있습니다</a:t>
            </a:r>
            <a:endParaRPr lang="en-US" sz="1100"/>
          </a:p>
        </p:txBody>
      </p:sp>
      <p:graphicFrame>
        <p:nvGraphicFramePr>
          <p:cNvPr id="38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Pr firstRow="1" bandRow="1"/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4발로 클리어 (9마리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13 · 각도 71° · 바운스 9회 → 장갑(15,19), 신속(11,7), 장갑(7,5), 일반(4,4)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17° · 바운스 9회 → 전기(13,17), 장갑(15,7)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41° · 바운스 9회 → 특수(4,8), 얼음(1,1)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4발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74° · 바운스 9회 → 장갑(7,1)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38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38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원점회귀</a:t>
            </a:r>
            <a:endParaRPr lang="ko-KR" altLang="en-US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7마리  ·  표 셀을 편집해 배치를 바꿀 수 있습니다</a:t>
            </a:r>
            <a:endParaRPr lang="en-US" sz="1100"/>
          </a:p>
        </p:txBody>
      </p:sp>
      <p:graphicFrame>
        <p:nvGraphicFramePr>
          <p:cNvPr id="39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3발로 클리어 (7마리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9 · 각도 134° · 바운스 9회 → 얼음(4,18), 일반(8,12), 장갑(11,9), 장갑(5,1)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9 · 각도 44° · 바운스 9회 → 화염(14,15), 화염(15,1)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 · 각도 83° · 바운스 2회 → 화염(3,2)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39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40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민간인일까 적일까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(</a:t>
            </a: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오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)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7마리  ·  표 셀을 편집해 배치를 바꿀 수 있습니다</a:t>
            </a:r>
            <a:endParaRPr lang="en-US" sz="1100"/>
          </a:p>
        </p:txBody>
      </p:sp>
      <p:graphicFrame>
        <p:nvGraphicFramePr>
          <p:cNvPr id="41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(7마리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11 · 각도 113° · 바운스 9회 → 특수(10,21), 화염(3,4), 특수(5,4), 얼음(1,7)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11 · 각도 86° · 바운스 9회 → 신속(12,15), 얼음(12,12), 특수(15,9)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40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40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민간인일까 적일까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(</a:t>
            </a: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왼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)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7마리  ·  표 셀을 편집해 배치를 바꿀 수 있습니다</a:t>
            </a:r>
            <a:endParaRPr lang="en-US" sz="1100"/>
          </a:p>
        </p:txBody>
      </p:sp>
      <p:graphicFrame>
        <p:nvGraphicFramePr>
          <p:cNvPr id="41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일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3b30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민간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4e04d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(7마리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11 · 각도 113° · 바운스 9회 → 특수(10,21), 화염(3,4), 특수(5,4), 얼음(1,7)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11 · 각도 86° · 바운스 9회 → 신속(12,15), 얼음(12,12), 특수(15,9)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41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41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신속 시가전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(</a:t>
            </a: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보스전급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)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7마리  ·  표 셀을 편집해 배치를 바꿀 수 있습니다</a:t>
            </a:r>
            <a:endParaRPr lang="en-US" sz="1100"/>
          </a:p>
        </p:txBody>
      </p:sp>
      <p:graphicFrame>
        <p:nvGraphicFramePr>
          <p:cNvPr id="42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Pr firstRow="1" bandRow="1"/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특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06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신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a7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풀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e8b57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111111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나무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8b5a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4발로 클리어 (7마리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9 · 각도 62° · 바운스 9회 → 신속(13,11), 특수(7,5), 화염(2,5)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15 · 각도 140° · 바운스 9회 → 화염(7,1), 특수(13,5)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3발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15 · 각도 92° · 바운스 3회 → 장갑(14,15)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4발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3 · 각도 131° · 바운스 9회 → 화염(14,3)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slides/slide42.xml><?xml version="1.0" encoding="utf-8"?>
<p:sld xmlns:r="http://schemas.openxmlformats.org/officeDocument/2006/relationships" xmlns:c="http://schemas.openxmlformats.org/drawingml/2006/chart" xmlns:a="http://schemas.openxmlformats.org/drawingml/2006/main" xmlns:dgm="http://schemas.openxmlformats.org/drawingml/2006/diagram" xmlns:dsp="http://schemas.microsoft.com/office/drawing/2008/diagram" xmlns:p="http://schemas.openxmlformats.org/presentationml/2006/main">
  <p:cSld name="Slide 42">
    <p:bg>
      <p:bgPr shadeToTitle="0">
        <a:solidFill>
          <a:srgbClr val="0b0e14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457200" y="201168"/>
            <a:ext cx="777240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특수부대 사냥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(</a:t>
            </a:r>
            <a:r>
              <a:rPr lang="ko-KR" altLang="en-US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보스전급</a:t>
            </a:r>
            <a:r>
              <a:rPr lang="en-US" altLang="ko-KR" sz="2000" b="1">
                <a:solidFill>
                  <a:srgbClr val="dfe6ef"/>
                </a:solidFill>
                <a:latin typeface="맑은 고딕"/>
                <a:ea typeface="맑은 고딕"/>
                <a:cs typeface="맑은 고딕"/>
              </a:rPr>
              <a:t>)</a:t>
            </a:r>
            <a:endParaRPr lang="en-US" altLang="ko-KR" sz="2000" b="1">
              <a:solidFill>
                <a:srgbClr val="dfe6ef"/>
              </a:solidFill>
              <a:latin typeface="맑은 고딕"/>
              <a:ea typeface="맑은 고딕"/>
              <a:cs typeface="맑은 고딕"/>
            </a:endParaRPr>
          </a:p>
        </p:txBody>
      </p:sp>
      <p:sp>
        <p:nvSpPr>
          <p:cNvPr id="3" name="Text 1"/>
          <p:cNvSpPr/>
          <p:nvPr/>
        </p:nvSpPr>
        <p:spPr>
          <a:xfrm>
            <a:off x="457200" y="594360"/>
            <a:ext cx="7772400" cy="32004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>
              <a:buNone/>
              <a:defRPr/>
            </a:pPr>
            <a:r>
              <a:rPr lang="en-US" sz="11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17×24  ·  적 8마리  ·  표 셀을 편집해 배치를 바꿀 수 있습니다</a:t>
            </a:r>
            <a:endParaRPr lang="en-US" sz="1100"/>
          </a:p>
        </p:txBody>
      </p:sp>
      <p:graphicFrame>
        <p:nvGraphicFramePr>
          <p:cNvPr id="43" name="Table 0"/>
          <p:cNvGraphicFramePr>
            <a:graphicFrameLocks noGrp="1"/>
          </p:cNvGraphicFramePr>
          <p:nvPr/>
        </p:nvGraphicFramePr>
        <p:xfrm>
          <a:off x="1160145" y="960120"/>
          <a:ext cx="4080510" cy="5760720"/>
        </p:xfrm>
        <a:graphic>
          <a:graphicData uri="http://schemas.openxmlformats.org/drawingml/2006/table">
            <a:tbl>
              <a:tblGrid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  <a:gridCol w="240030"/>
              </a:tblGrid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장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5a5f66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장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5a5f66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장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5a5f66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장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5a5f66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장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5a5f66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장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5a5f66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특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06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특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06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장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5a5f66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특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b06bf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r>
                        <a:rPr lang="en-US" sz="550" b="1">
                          <a:solidFill>
                            <a:srgbClr val="ffffff"/>
                          </a:solidFill>
                          <a:latin typeface="맑은 고딕"/>
                          <a:ea typeface="맑은 고딕"/>
                          <a:cs typeface="맑은 고딕"/>
                        </a:rPr>
                        <a:t>철벽</a:t>
                      </a: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3f3f3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e9e9e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2b2b2b"/>
                    </a:solidFill>
                  </a:tcPr>
                </a:tc>
              </a:tr>
              <a:tr h="240030"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0a0a0a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  <a:tc>
                  <a:txBody>
                    <a:bodyPr vert="horz" lIns="0" tIns="0" rIns="0" bIns="0" anchor="ctr" anchorCtr="0"/>
                    <a:p>
                      <a:pPr marL="0" indent="0" algn="ctr">
                        <a:buNone/>
                        <a:defRPr/>
                      </a:pPr>
                      <a:endParaRPr lang="en-US" sz="550">
                        <a:latin typeface="맑은 고딕"/>
                        <a:ea typeface="맑은 고딕"/>
                        <a:cs typeface="맑은 고딕"/>
                      </a:endParaRPr>
                    </a:p>
                  </a:txBody>
                  <a:tcPr marL="0" marR="0" marT="0" marB="0" anchor="ctr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</a:lnL>
                    <a:lnR w="5080" cap="flat" cmpd="sng" algn="ctr">
                      <a:solidFill>
                        <a:srgbClr val="000000"/>
                      </a:solidFill>
                      <a:prstDash val="solid"/>
                      <a:round/>
                    </a:lnR>
                    <a:lnT w="5080" cap="flat" cmpd="sng" algn="ctr">
                      <a:solidFill>
                        <a:srgbClr val="000000"/>
                      </a:solidFill>
                      <a:prstDash val="solid"/>
                      <a:round/>
                    </a:lnT>
                    <a:lnB w="5080" cap="flat" cmpd="sng" algn="ctr">
                      <a:solidFill>
                        <a:srgbClr val="000000"/>
                      </a:solidFill>
                      <a:prstDash val="solid"/>
                      <a:round/>
                    </a:lnB>
                    <a:solidFill>
                      <a:srgbClr val="ff5a5f"/>
                    </a:solidFill>
                  </a:tcPr>
                </a:tc>
              </a:tr>
            </a:tbl>
          </a:graphicData>
        </a:graphic>
      </p:graphicFrame>
      <p:sp>
        <p:nvSpPr>
          <p:cNvPr id="5" name="Shape 2"/>
          <p:cNvSpPr/>
          <p:nvPr/>
        </p:nvSpPr>
        <p:spPr>
          <a:xfrm>
            <a:off x="6400800" y="960120"/>
            <a:ext cx="5394960" cy="5440680"/>
          </a:xfrm>
          <a:prstGeom prst="roundRect">
            <a:avLst>
              <a:gd name="adj" fmla="val 1356"/>
            </a:avLst>
          </a:prstGeom>
          <a:solidFill>
            <a:srgbClr val="11151d"/>
          </a:solidFill>
          <a:ln w="12700">
            <a:solidFill>
              <a:srgbClr val="232b38"/>
            </a:solidFill>
            <a:prstDash val="solid"/>
          </a:ln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6" name="Shape 3"/>
          <p:cNvSpPr/>
          <p:nvPr/>
        </p:nvSpPr>
        <p:spPr>
          <a:xfrm>
            <a:off x="6675120" y="1188720"/>
            <a:ext cx="4846320" cy="457200"/>
          </a:xfrm>
          <a:prstGeom prst="roundRect">
            <a:avLst>
              <a:gd name="adj" fmla="val 50000"/>
            </a:avLst>
          </a:prstGeom>
          <a:solidFill>
            <a:srgbClr val="3ddc97"/>
          </a:solidFill>
          <a:ln/>
        </p:spPr>
        <p:txBody>
          <a:bodyPr anchor="ctr"/>
          <a:p>
            <a:pPr algn="ctr">
              <a:defRPr/>
            </a:pPr>
            <a:endParaRPr lang="ko-KR" altLang="en-US"/>
          </a:p>
        </p:txBody>
      </p:sp>
      <p:sp>
        <p:nvSpPr>
          <p:cNvPr id="7" name="Text 4"/>
          <p:cNvSpPr/>
          <p:nvPr/>
        </p:nvSpPr>
        <p:spPr>
          <a:xfrm>
            <a:off x="6675120" y="1188720"/>
            <a:ext cx="4846320" cy="457200"/>
          </a:xfrm>
          <a:prstGeom prst="rect">
            <a:avLst/>
          </a:prstGeom>
          <a:noFill/>
          <a:ln/>
        </p:spPr>
        <p:txBody>
          <a:bodyPr wrap="square" anchor="ctr"/>
          <a:lstStyle/>
          <a:p>
            <a:pPr marL="0" indent="0" algn="ctr">
              <a:buNone/>
              <a:defRPr/>
            </a:pPr>
            <a:r>
              <a:rPr lang="en-US" sz="1300" b="1">
                <a:solidFill>
                  <a:srgbClr val="04140c"/>
                </a:solidFill>
                <a:latin typeface="맑은 고딕"/>
                <a:ea typeface="맑은 고딕"/>
                <a:cs typeface="맑은 고딕"/>
              </a:rPr>
              <a:t>총 2발로 클리어 (8마리 전원 처치)</a:t>
            </a:r>
            <a:endParaRPr lang="en-US" sz="1300"/>
          </a:p>
        </p:txBody>
      </p:sp>
      <p:sp>
        <p:nvSpPr>
          <p:cNvPr id="8" name="Text 5"/>
          <p:cNvSpPr/>
          <p:nvPr/>
        </p:nvSpPr>
        <p:spPr>
          <a:xfrm>
            <a:off x="6675120" y="1874520"/>
            <a:ext cx="4846320" cy="34747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1발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11 · 각도 53° · 바운스 9회 → 특수(13,20), 전기(2,15), 장갑(1,15), 장갑(2,18), 특수(6,14)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  <a:p>
            <a:pPr marL="0" indent="0">
              <a:lnSpc>
                <a:spcPct val="125000"/>
              </a:lnSpc>
              <a:buNone/>
              <a:defRPr/>
            </a:pPr>
            <a:r>
              <a:rPr lang="en-US" sz="1250" b="1">
                <a:solidFill>
                  <a:srgbClr val="3ddc97"/>
                </a:solidFill>
                <a:latin typeface="Consolas"/>
                <a:ea typeface="Consolas"/>
                <a:cs typeface="Consolas"/>
              </a:rPr>
              <a:t>2발</a:t>
            </a:r>
            <a:r>
              <a:rPr lang="en-US" sz="1250">
                <a:solidFill>
                  <a:srgbClr val="dfe6ef"/>
                </a:solidFill>
                <a:latin typeface="Consolas"/>
                <a:ea typeface="Consolas"/>
                <a:cs typeface="Consolas"/>
              </a:rPr>
              <a:t>  발사열 15 · 각도 134° · 바운스 9회 → 장갑(8,15), 신속(8,1), 장갑(14,7)</a:t>
            </a:r>
            <a:endParaRPr lang="en-US" sz="1250">
              <a:solidFill>
                <a:srgbClr val="dfe6ef"/>
              </a:solidFill>
              <a:latin typeface="Consolas"/>
              <a:ea typeface="Consolas"/>
              <a:cs typeface="Consolas"/>
            </a:endParaRPr>
          </a:p>
          <a:p>
            <a:pPr marL="0" indent="0">
              <a:lnSpc>
                <a:spcPct val="125000"/>
              </a:lnSpc>
              <a:buNone/>
              <a:defRPr/>
            </a:pPr>
            <a:endParaRPr lang="en-US" sz="1250"/>
          </a:p>
        </p:txBody>
      </p:sp>
      <p:sp>
        <p:nvSpPr>
          <p:cNvPr id="9" name="Text 6"/>
          <p:cNvSpPr/>
          <p:nvPr/>
        </p:nvSpPr>
        <p:spPr>
          <a:xfrm>
            <a:off x="6675120" y="5349240"/>
            <a:ext cx="4846320" cy="960120"/>
          </a:xfrm>
          <a:prstGeom prst="rect">
            <a:avLst/>
          </a:prstGeom>
          <a:noFill/>
          <a:ln/>
        </p:spPr>
        <p:txBody>
          <a:bodyPr wrap="square" anchor="t"/>
          <a:lstStyle/>
          <a:p>
            <a:pPr marL="0" indent="0">
              <a:buNone/>
              <a:defRPr/>
            </a:pPr>
            <a:r>
              <a:rPr lang="en-US" sz="1000">
                <a:solidFill>
                  <a:srgbClr val="8a96a8"/>
                </a:solidFill>
                <a:latin typeface="맑은 고딕"/>
                <a:ea typeface="맑은 고딕"/>
                <a:cs typeface="맑은 고딕"/>
              </a:rPr>
              <a:t>※ 위 해법은 현재 배치 기준입니다. 표를 수정하면 이 해법은 더 이상 유효하지 않을 수 있습니다. 풀숲/모래/아지랑이는 시각적 은폐만 하며 탄도에 영향 없음. 장갑/장갑벽=관통탄, 나무=화염·폭발탄, 바위=폭발탄 필요.</a:t>
            </a:r>
            <a:endParaRPr lang="en-US" sz="10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mc="http://schemas.openxmlformats.org/markup-compatibility/2006" xmlns:p14="http://schemas.microsoft.com/office/powerpoint/2010/main" mc:Ignorable="p14" p14:dur="500"/>
    </mc:Choice>
    <mc:Fallback>
      <p:transition/>
    </mc:Fallback>
  </mc:AlternateContent>
</p:sld>
</file>

<file path=ppt/theme/theme1.xml><?xml version="1.0" encoding="utf-8"?>
<a:theme xmlns:r="http://schemas.openxmlformats.org/officeDocument/2006/relationships" xmlns:c="http://schemas.openxmlformats.org/drawingml/2006/chart" xmlns:dgm="http://schemas.openxmlformats.org/drawingml/2006/diagram" xmlns:dsp="http://schemas.microsoft.com/office/drawing/2008/diagram" xmlns:a="http://schemas.openxmlformats.org/drawingml/2006/main" xmlns:pic="http://schemas.openxmlformats.org/drawingml/2006/picture" xmlns:wp="http://schemas.openxmlformats.org/drawingml/2006/wordprocessingDrawing" xmlns:xdr="http://schemas.openxmlformats.org/drawingml/2006/spreadsheetDrawing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20"/>
        <a:ea typeface=""/>
        <a:cs typeface=""/>
        <a:font script="Jpan" typeface="Yu Gothic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20"/>
        <a:ea typeface=""/>
        <a:cs typeface=""/>
        <a:font script="Jpan" typeface="Yu Gothic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/>
        </a:ln>
        <a:ln w="12700" cap="flat" cmpd="sng" algn="ctr">
          <a:solidFill>
            <a:schemeClr val="phClr"/>
          </a:solidFill>
          <a:prstDash val="solid"/>
          <a:miter/>
        </a:ln>
        <a:ln w="1905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theme/theme2.xml><?xml version="1.0" encoding="utf-8"?>
<a:theme xmlns:r="http://schemas.openxmlformats.org/officeDocument/2006/relationships" xmlns:c="http://schemas.openxmlformats.org/drawingml/2006/chart" xmlns:dgm="http://schemas.openxmlformats.org/drawingml/2006/diagram" xmlns:dsp="http://schemas.microsoft.com/office/drawing/2008/diagram" xmlns:a="http://schemas.openxmlformats.org/drawingml/2006/main" xmlns:pic="http://schemas.openxmlformats.org/drawingml/2006/picture" xmlns:wp="http://schemas.openxmlformats.org/drawingml/2006/wordprocessingDrawing" xmlns:xdr="http://schemas.openxmlformats.org/drawingml/2006/spreadsheetDrawing" name="한컴오피스">
  <a:themeElements>
    <a:clrScheme name="한컴오피스">
      <a:dk1>
        <a:sysClr val="windowText" lastClr="000000"/>
      </a:dk1>
      <a:lt1>
        <a:sysClr val="window" lastClr="ffffff"/>
      </a:lt1>
      <a:dk2>
        <a:srgbClr val="1c3d62"/>
      </a:dk2>
      <a:lt2>
        <a:srgbClr val="e3dcc1"/>
      </a:lt2>
      <a:accent1>
        <a:srgbClr val="315f97"/>
      </a:accent1>
      <a:accent2>
        <a:srgbClr val="c75252"/>
      </a:accent2>
      <a:accent3>
        <a:srgbClr val="e9ae2b"/>
      </a:accent3>
      <a:accent4>
        <a:srgbClr val="699b37"/>
      </a:accent4>
      <a:accent5>
        <a:srgbClr val="358791"/>
      </a:accent5>
      <a:accent6>
        <a:srgbClr val="ca56a7"/>
      </a:accent6>
      <a:hlink>
        <a:srgbClr val="0000ff"/>
      </a:hlink>
      <a:folHlink>
        <a:srgbClr val="800080"/>
      </a:folHlink>
    </a:clrScheme>
    <a:fontScheme name="한컴오피스">
      <a:majorFont>
        <a:latin typeface="함초롬돋움"/>
        <a:ea typeface="함초롬돋움"/>
        <a:cs typeface="Times New Roman"/>
      </a:majorFont>
      <a:minorFont>
        <a:latin typeface="함초롬돋움"/>
        <a:ea typeface="함초롬돋움"/>
        <a:cs typeface="Times New Roman"/>
      </a:minorFont>
    </a:fontScheme>
    <a:fmtScheme name="한컴오피스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12700" cap="flat" cmpd="sng" algn="ctr">
          <a:solidFill>
            <a:schemeClr val="phClr">
              <a:satMod val="105000"/>
            </a:schemeClr>
          </a:solidFill>
          <a:prstDash val="solid"/>
        </a:ln>
        <a:ln w="1905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38100" dist="25400" dir="5400000" rotWithShape="0">
              <a:srgbClr val="000000">
                <a:alpha val="75000"/>
              </a:srgbClr>
            </a:outerShdw>
          </a:effectLst>
        </a:effectStyle>
        <a:effectStyle>
          <a:effectLst>
            <a:outerShdw blurRad="38100" dist="25400" dir="5400000" rotWithShape="0">
              <a:srgbClr val="000000">
                <a:alpha val="75000"/>
              </a:srgbClr>
            </a:outerShdw>
          </a:effectLst>
        </a:effectStyle>
        <a:effectStyle>
          <a:effectLst>
            <a:reflection blurRad="12700" stA="26000" endPos="28000" dist="38100" dir="5400000" sy="-100000" rotWithShape="0"/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docProps/app.xml><?xml version="1.0" encoding="utf-8"?>
<ep:Properties xmlns:r="http://schemas.openxmlformats.org/officeDocument/2006/relationships" xmlns:ep="http://schemas.openxmlformats.org/officeDocument/2006/extended-properties" xmlns:vt="http://schemas.openxmlformats.org/officeDocument/2006/docPropsVTypes">
  <ep:Manager/>
  <ep:Company>PptxGenJS</ep:Company>
  <ep:Words>6888</ep:Words>
  <ep:PresentationFormat>On-screen Show (16:9)</ep:PresentationFormat>
  <ep:Paragraphs>299</ep:Paragraphs>
  <ep:Slides>42</ep:Slides>
  <ep:Notes>42</ep:Notes>
  <ep:TotalTime>0</ep:TotalTime>
  <ep:HiddenSlides>0</ep:HiddenSlides>
  <ep:MMClips>0</ep:MMClips>
  <ep:HeadingPairs>
    <vt:vector size="4" baseType="variant">
      <vt:variant>
        <vt:lpstr>테마</vt:lpstr>
      </vt:variant>
      <vt:variant>
        <vt:i4>1</vt:i4>
      </vt:variant>
      <vt:variant>
        <vt:lpstr>슬라이드 제목</vt:lpstr>
      </vt:variant>
      <vt:variant>
        <vt:i4>42</vt:i4>
      </vt:variant>
    </vt:vector>
  </ep:HeadingPairs>
  <ep:TitlesOfParts>
    <vt:vector size="43" baseType="lpstr">
      <vt:lpstr>Office Theme</vt:lpstr>
      <vt:lpstr>슬라이드 1</vt:lpstr>
      <vt:lpstr>슬라이드 2</vt:lpstr>
      <vt:lpstr>슬라이드 3</vt:lpstr>
      <vt:lpstr>슬라이드 4</vt:lpstr>
      <vt:lpstr>슬라이드 5</vt:lpstr>
      <vt:lpstr>슬라이드 6</vt:lpstr>
      <vt:lpstr>슬라이드 7</vt:lpstr>
      <vt:lpstr>슬라이드 8</vt:lpstr>
      <vt:lpstr>슬라이드 9</vt:lpstr>
      <vt:lpstr>슬라이드 10</vt:lpstr>
      <vt:lpstr>슬라이드 11</vt:lpstr>
      <vt:lpstr>슬라이드 12</vt:lpstr>
      <vt:lpstr>슬라이드 13</vt:lpstr>
      <vt:lpstr>슬라이드 14</vt:lpstr>
      <vt:lpstr>슬라이드 15</vt:lpstr>
      <vt:lpstr>슬라이드 16</vt:lpstr>
      <vt:lpstr>슬라이드 17</vt:lpstr>
      <vt:lpstr>슬라이드 18</vt:lpstr>
      <vt:lpstr>슬라이드 19</vt:lpstr>
      <vt:lpstr>슬라이드 20</vt:lpstr>
      <vt:lpstr>슬라이드 21</vt:lpstr>
      <vt:lpstr>슬라이드 22</vt:lpstr>
      <vt:lpstr>슬라이드 23</vt:lpstr>
      <vt:lpstr>슬라이드 24</vt:lpstr>
      <vt:lpstr>슬라이드 25</vt:lpstr>
      <vt:lpstr>슬라이드 26</vt:lpstr>
      <vt:lpstr>슬라이드 27</vt:lpstr>
      <vt:lpstr>슬라이드 28</vt:lpstr>
      <vt:lpstr>슬라이드 29</vt:lpstr>
      <vt:lpstr>슬라이드 30</vt:lpstr>
      <vt:lpstr>슬라이드 31</vt:lpstr>
      <vt:lpstr>슬라이드 32</vt:lpstr>
      <vt:lpstr>슬라이드 33</vt:lpstr>
      <vt:lpstr>슬라이드 34</vt:lpstr>
      <vt:lpstr>슬라이드 35</vt:lpstr>
      <vt:lpstr>슬라이드 36</vt:lpstr>
      <vt:lpstr>슬라이드 37</vt:lpstr>
      <vt:lpstr>슬라이드 38</vt:lpstr>
      <vt:lpstr>슬라이드 39</vt:lpstr>
      <vt:lpstr>슬라이드 40</vt:lpstr>
      <vt:lpstr>슬라이드 41</vt:lpstr>
      <vt:lpstr>슬라이드 42</vt:lpstr>
    </vt:vector>
  </ep:TitlesOfParts>
  <ep:HyperlinkBase/>
  <ep:Application>Show</ep:Application>
  <ep:AppVersion>12.0000</ep:AppVersion>
</ep:Properties>
</file>

<file path=docProps/core.xml><?xml version="1.0" encoding="utf-8"?>
<cp:coreProperties xmlns:r="http://schemas.openxmlformats.org/officeDocument/2006/relationships"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2026-07-28T09:35:30.000</dcterms:created>
  <dc:creator>PptxGenJS</dc:creator>
  <cp:lastModifiedBy>hong2</cp:lastModifiedBy>
  <dcterms:modified xsi:type="dcterms:W3CDTF">2026-07-30T12:34:04.579</dcterms:modified>
  <cp:revision>117</cp:revision>
  <dc:subject>PptxGenJS Presentation</dc:subject>
  <dc:title>PptxGenJS Presentation</dc:title>
  <cp:version>0906.0100.01</cp:version>
</cp:coreProperties>
</file>